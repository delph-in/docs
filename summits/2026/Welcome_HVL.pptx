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89" r:id="rId5"/>
    <p:sldId id="4237" r:id="rId6"/>
    <p:sldId id="4223" r:id="rId7"/>
    <p:sldId id="440" r:id="rId8"/>
    <p:sldId id="291" r:id="rId9"/>
    <p:sldId id="281" r:id="rId10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  <a:srgbClr val="737373"/>
    <a:srgbClr val="7F7F7F"/>
    <a:srgbClr val="00202A"/>
    <a:srgbClr val="00AFBA"/>
    <a:srgbClr val="98E0E4"/>
    <a:srgbClr val="1C8087"/>
    <a:srgbClr val="6D24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24" autoAdjust="0"/>
    <p:restoredTop sz="93447" autoAdjust="0"/>
  </p:normalViewPr>
  <p:slideViewPr>
    <p:cSldViewPr snapToGrid="0" snapToObjects="1">
      <p:cViewPr varScale="1">
        <p:scale>
          <a:sx n="59" d="100"/>
          <a:sy n="59" d="100"/>
        </p:scale>
        <p:origin x="260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326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aldar for topptekst 1">
            <a:extLst>
              <a:ext uri="{FF2B5EF4-FFF2-40B4-BE49-F238E27FC236}">
                <a16:creationId xmlns:a16="http://schemas.microsoft.com/office/drawing/2014/main" id="{75472BE1-E310-A9E9-C86A-D4452D523B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n-NO"/>
          </a:p>
        </p:txBody>
      </p:sp>
      <p:sp>
        <p:nvSpPr>
          <p:cNvPr id="3" name="Plasshaldar for dato 2">
            <a:extLst>
              <a:ext uri="{FF2B5EF4-FFF2-40B4-BE49-F238E27FC236}">
                <a16:creationId xmlns:a16="http://schemas.microsoft.com/office/drawing/2014/main" id="{59AAAEA9-B336-16A0-A705-6C19D4ADAA5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83CFC-0335-411F-8D42-C9C9FF561859}" type="datetimeFigureOut">
              <a:rPr lang="nn-NO" smtClean="0"/>
              <a:t>24.07.2026</a:t>
            </a:fld>
            <a:endParaRPr lang="nn-NO"/>
          </a:p>
        </p:txBody>
      </p:sp>
      <p:sp>
        <p:nvSpPr>
          <p:cNvPr id="4" name="Plasshaldar for botntekst 3">
            <a:extLst>
              <a:ext uri="{FF2B5EF4-FFF2-40B4-BE49-F238E27FC236}">
                <a16:creationId xmlns:a16="http://schemas.microsoft.com/office/drawing/2014/main" id="{AF6A2530-500C-38FE-EF4A-FC264283BE1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n-NO"/>
          </a:p>
        </p:txBody>
      </p:sp>
      <p:sp>
        <p:nvSpPr>
          <p:cNvPr id="5" name="Plasshaldar for lysbiletnummer 4">
            <a:extLst>
              <a:ext uri="{FF2B5EF4-FFF2-40B4-BE49-F238E27FC236}">
                <a16:creationId xmlns:a16="http://schemas.microsoft.com/office/drawing/2014/main" id="{7D289775-55B3-D900-8AFF-0A15A28759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01C67-2A7B-45CD-93CB-5C797BE55ACF}" type="slidenum">
              <a:rPr lang="nn-NO" smtClean="0"/>
              <a:t>‹#›</a:t>
            </a:fld>
            <a:endParaRPr lang="nn-NO"/>
          </a:p>
        </p:txBody>
      </p:sp>
    </p:spTree>
    <p:extLst>
      <p:ext uri="{BB962C8B-B14F-4D97-AF65-F5344CB8AC3E}">
        <p14:creationId xmlns:p14="http://schemas.microsoft.com/office/powerpoint/2010/main" val="2008863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45283-168F-8940-A073-B2FF66BC4C5E}" type="datetimeFigureOut">
              <a:rPr lang="nb-NO" smtClean="0"/>
              <a:t>24.07.2026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B4BF77-11FD-8E4D-B223-FC6B75E0C3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198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bh.hkdir.no/tall-og-statistikk/statistikk-meny/tilsatte/statistikk-side/11.1/param?visningId=21&amp;visKode=false&amp;admdebug=false&amp;columns=arstall&amp;hier=insttype%219%21instkode%219%21fakkode%219%21ufakkode%219%21st_kode&amp;formel=329&amp;index=1&amp;sti=&amp;param=arstall%3D2025%218%212024%218%212023%218%212022%218%212021%219%21dep_id%3D1&amp;binInst=1101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dbh.hkdir.no/tall-og-statistikk/statistikk-meny/studenter" TargetMode="External"/><Relationship Id="rId4" Type="http://schemas.openxmlformats.org/officeDocument/2006/relationships/hyperlink" Target="https://dbh.hkdir.no/tall-og-statistikk/statistikk-meny/tilsatte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525" y="9525"/>
            <a:ext cx="3398838" cy="1911350"/>
          </a:xfrm>
        </p:spPr>
        <p:txBody>
          <a:bodyPr/>
          <a:lstStyle/>
          <a:p>
            <a:endParaRPr lang="nn-NO"/>
          </a:p>
        </p:txBody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 sz="1100" b="1" dirty="0">
                <a:solidFill>
                  <a:srgbClr val="000000"/>
                </a:solidFill>
                <a:latin typeface="Arial"/>
                <a:cs typeface="Arial"/>
              </a:rPr>
              <a:t>Mål med arket</a:t>
            </a:r>
          </a:p>
          <a:p>
            <a:r>
              <a:rPr lang="nn-NO" sz="1100" dirty="0">
                <a:solidFill>
                  <a:srgbClr val="000000"/>
                </a:solidFill>
                <a:latin typeface="Arial"/>
                <a:cs typeface="Arial"/>
              </a:rPr>
              <a:t>Å vise at HVL er med i utforminga av Vestlandet – vi er ein stor institusjon som er viktig for heile Vestlandsregionen.</a:t>
            </a:r>
            <a:endParaRPr lang="nn-NO" sz="1100" noProof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nn-NO" sz="1100" noProof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n-NO" sz="1100" b="1" dirty="0">
                <a:solidFill>
                  <a:srgbClr val="000000"/>
                </a:solidFill>
                <a:latin typeface="Arial"/>
                <a:cs typeface="Arial"/>
              </a:rPr>
              <a:t>Stikkord</a:t>
            </a:r>
          </a:p>
          <a:p>
            <a:pPr>
              <a:defRPr/>
            </a:pPr>
            <a:r>
              <a:rPr lang="nn-NO" sz="1100" kern="1200" dirty="0">
                <a:solidFill>
                  <a:srgbClr val="000000"/>
                </a:solidFill>
                <a:latin typeface="Arial"/>
                <a:cs typeface="Arial"/>
              </a:rPr>
              <a:t>HVL er ein av dei største utdanningsinstitusjonane i landet, med 16 855 (DBH november 2025) og 1831 årsverk totalt. (DBH november 2025 ) </a:t>
            </a:r>
            <a:r>
              <a:rPr lang="en-US" sz="1100" dirty="0">
                <a:hlinkClick r:id="rId3"/>
              </a:rPr>
              <a:t>Database for </a:t>
            </a:r>
            <a:r>
              <a:rPr lang="en-US" sz="1100" dirty="0" err="1">
                <a:hlinkClick r:id="rId3"/>
              </a:rPr>
              <a:t>statistikk</a:t>
            </a:r>
            <a:r>
              <a:rPr lang="en-US" sz="1100" dirty="0">
                <a:hlinkClick r:id="rId3"/>
              </a:rPr>
              <a:t> om </a:t>
            </a:r>
            <a:r>
              <a:rPr lang="en-US" sz="1100" dirty="0" err="1">
                <a:hlinkClick r:id="rId3"/>
              </a:rPr>
              <a:t>høyere</a:t>
            </a:r>
            <a:r>
              <a:rPr lang="en-US" sz="1100" dirty="0">
                <a:hlinkClick r:id="rId3"/>
              </a:rPr>
              <a:t> </a:t>
            </a:r>
            <a:r>
              <a:rPr lang="en-US" sz="1100" dirty="0" err="1">
                <a:hlinkClick r:id="rId3"/>
              </a:rPr>
              <a:t>utdanning</a:t>
            </a:r>
            <a:r>
              <a:rPr lang="en-US" sz="1100" dirty="0">
                <a:hlinkClick r:id="rId3"/>
              </a:rPr>
              <a:t> - DBH</a:t>
            </a:r>
            <a:endParaRPr lang="nn-NO" sz="1100" kern="12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0" algn="l" defTabSz="914400" rtl="0" eaLnBrk="1" latinLnBrk="0" hangingPunct="1">
              <a:defRPr/>
            </a:pPr>
            <a:r>
              <a:rPr lang="nn-NO" sz="1100" kern="1200" dirty="0">
                <a:solidFill>
                  <a:srgbClr val="000000"/>
                </a:solidFill>
                <a:latin typeface="Arial"/>
                <a:cs typeface="Arial"/>
              </a:rPr>
              <a:t>Med våre fem campusar fordelt over heile Vestlandet er vi ein viktig arbeidsgivar for regionen.</a:t>
            </a:r>
          </a:p>
          <a:p>
            <a:pPr marL="0" algn="l" defTabSz="914400" rtl="0" eaLnBrk="1" latinLnBrk="0" hangingPunct="1">
              <a:defRPr/>
            </a:pPr>
            <a:r>
              <a:rPr lang="nn-NO" sz="1100" kern="1200" dirty="0">
                <a:solidFill>
                  <a:srgbClr val="000000"/>
                </a:solidFill>
                <a:latin typeface="Arial"/>
                <a:cs typeface="Arial"/>
              </a:rPr>
              <a:t>Vi utdannar kompetente kandidatar som arbeidslivet </a:t>
            </a:r>
            <a:r>
              <a:rPr lang="nn-NO" sz="1100" dirty="0">
                <a:solidFill>
                  <a:srgbClr val="000000"/>
                </a:solidFill>
                <a:latin typeface="Arial"/>
                <a:cs typeface="Arial"/>
              </a:rPr>
              <a:t>på Vestlandet treng, og er ein viktig samarbeidspartnar innan forsking og utvikling. </a:t>
            </a:r>
          </a:p>
          <a:p>
            <a:endParaRPr lang="nn-NO" sz="1100" noProof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n-NO" sz="1100" b="1" dirty="0">
                <a:solidFill>
                  <a:srgbClr val="000000"/>
                </a:solidFill>
                <a:latin typeface="Arial"/>
                <a:cs typeface="Arial"/>
              </a:rPr>
              <a:t>Kjelde</a:t>
            </a:r>
          </a:p>
          <a:p>
            <a:pPr>
              <a:defRPr/>
            </a:pPr>
            <a:r>
              <a:rPr lang="nn-NO" sz="1100" dirty="0">
                <a:solidFill>
                  <a:srgbClr val="000000"/>
                </a:solidFill>
                <a:latin typeface="Arial"/>
                <a:cs typeface="Arial"/>
              </a:rPr>
              <a:t>Tilsette årsverk er henta frå Database for statistikk om høgare utdanning (DBH) </a:t>
            </a:r>
            <a:r>
              <a:rPr lang="en-US" sz="1100" dirty="0">
                <a:hlinkClick r:id="rId4"/>
              </a:rPr>
              <a:t>Database for </a:t>
            </a:r>
            <a:r>
              <a:rPr lang="en-US" sz="1100" dirty="0" err="1">
                <a:hlinkClick r:id="rId4"/>
              </a:rPr>
              <a:t>statistikk</a:t>
            </a:r>
            <a:r>
              <a:rPr lang="en-US" sz="1100" dirty="0">
                <a:hlinkClick r:id="rId4"/>
              </a:rPr>
              <a:t> om </a:t>
            </a:r>
            <a:r>
              <a:rPr lang="en-US" sz="1100" dirty="0" err="1">
                <a:hlinkClick r:id="rId4"/>
              </a:rPr>
              <a:t>høyere</a:t>
            </a:r>
            <a:r>
              <a:rPr lang="en-US" sz="1100" dirty="0">
                <a:hlinkClick r:id="rId4"/>
              </a:rPr>
              <a:t> </a:t>
            </a:r>
            <a:r>
              <a:rPr lang="en-US" sz="1100" dirty="0" err="1">
                <a:hlinkClick r:id="rId4"/>
              </a:rPr>
              <a:t>utdanning</a:t>
            </a:r>
            <a:r>
              <a:rPr lang="en-US" sz="1100" dirty="0">
                <a:hlinkClick r:id="rId4"/>
              </a:rPr>
              <a:t> - DBH</a:t>
            </a:r>
            <a:endParaRPr lang="nn-NO" sz="1100" dirty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nn-NO" sz="1100" dirty="0">
                <a:solidFill>
                  <a:srgbClr val="000000"/>
                </a:solidFill>
                <a:latin typeface="Arial"/>
                <a:cs typeface="Arial"/>
              </a:rPr>
              <a:t>Studenttala er henta frå Database for statistikk om høgare utdanning (DBH) </a:t>
            </a:r>
            <a:r>
              <a:rPr lang="en-US" sz="1100" dirty="0">
                <a:hlinkClick r:id="rId5"/>
              </a:rPr>
              <a:t>Database for </a:t>
            </a:r>
            <a:r>
              <a:rPr lang="en-US" sz="1100" dirty="0" err="1">
                <a:hlinkClick r:id="rId5"/>
              </a:rPr>
              <a:t>statistikk</a:t>
            </a:r>
            <a:r>
              <a:rPr lang="en-US" sz="1100" dirty="0">
                <a:hlinkClick r:id="rId5"/>
              </a:rPr>
              <a:t> om </a:t>
            </a:r>
            <a:r>
              <a:rPr lang="en-US" sz="1100" dirty="0" err="1">
                <a:hlinkClick r:id="rId5"/>
              </a:rPr>
              <a:t>høyere</a:t>
            </a:r>
            <a:r>
              <a:rPr lang="en-US" sz="1100" dirty="0">
                <a:hlinkClick r:id="rId5"/>
              </a:rPr>
              <a:t> </a:t>
            </a:r>
            <a:r>
              <a:rPr lang="en-US" sz="1100" dirty="0" err="1">
                <a:hlinkClick r:id="rId5"/>
              </a:rPr>
              <a:t>utdanning</a:t>
            </a:r>
            <a:r>
              <a:rPr lang="en-US" sz="1100" dirty="0">
                <a:hlinkClick r:id="rId5"/>
              </a:rPr>
              <a:t> - DBH</a:t>
            </a:r>
            <a:endParaRPr lang="nn-NO" sz="1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nn-NO" sz="1100" noProof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4BF77-11FD-8E4D-B223-FC6B75E0C356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1412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nn-NO"/>
          </a:p>
        </p:txBody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noProof="0" dirty="0"/>
              <a:t>Eksempelfoto som illustrere aktivitet i fakulteta: Joost van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Wijchen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n-NO" noProof="0" dirty="0"/>
              <a:t>ved Institutt for helse og funksjon,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Raquel Motzfeldt Tirach </a:t>
            </a:r>
            <a:r>
              <a:rPr lang="nn-NO" noProof="0" dirty="0"/>
              <a:t>ved Institutt for datateknologi, elektroteknologi og realfag, + Kari Grutle Nappen ved Institutt for idrett, kosthald og naturfag og Maritha Berger Nylund ved Institutt for pedagogikk, religion og samfunnsfag.</a:t>
            </a: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B4BF77-11FD-8E4D-B223-FC6B75E0C356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98680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>
          <a:xfrm>
            <a:off x="9525" y="9525"/>
            <a:ext cx="3398838" cy="1911350"/>
          </a:xfrm>
        </p:spPr>
        <p:txBody>
          <a:bodyPr/>
          <a:lstStyle/>
          <a:p>
            <a:endParaRPr lang="nn-NO"/>
          </a:p>
        </p:txBody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n-NO" sz="1100" b="1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Mål med arket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Å vise at HVL har ein lang tradisjon, er solid</a:t>
            </a:r>
            <a:r>
              <a:rPr lang="nn-NO" sz="1100" kern="1200" baseline="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 forankra i lokalmiljøet og er på veg til å bli eit </a:t>
            </a: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universitet med ein eigen profil og identitet.</a:t>
            </a:r>
            <a:endParaRPr lang="nn-NO" sz="1100" kern="1200" baseline="0" noProof="0" dirty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nn-NO" sz="1100" b="1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Stikkord</a:t>
            </a: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nn-NO" sz="1100" u="sng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1839</a:t>
            </a:r>
          </a:p>
          <a:p>
            <a:r>
              <a:rPr lang="nn-NO" sz="1100" b="0" i="0" kern="1200" dirty="0">
                <a:solidFill>
                  <a:srgbClr val="000000"/>
                </a:solidFill>
                <a:effectLst/>
                <a:latin typeface="Arial"/>
                <a:cs typeface="Arial"/>
              </a:rPr>
              <a:t>Den eldste delen av HVL kjem frå Stord.</a:t>
            </a:r>
          </a:p>
          <a:p>
            <a:r>
              <a:rPr lang="nn-NO" sz="1100" b="0" i="0" kern="1200" noProof="0" dirty="0" err="1">
                <a:solidFill>
                  <a:srgbClr val="000000"/>
                </a:solidFill>
                <a:effectLst/>
                <a:latin typeface="Arial"/>
                <a:cs typeface="Arial"/>
              </a:rPr>
              <a:t>Storøens</a:t>
            </a:r>
            <a:r>
              <a:rPr lang="nn-NO" sz="1100" b="0" i="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 </a:t>
            </a:r>
            <a:r>
              <a:rPr lang="nn-NO" sz="1100" b="0" i="0" kern="1200" noProof="0" dirty="0" err="1">
                <a:solidFill>
                  <a:srgbClr val="000000"/>
                </a:solidFill>
                <a:effectLst/>
                <a:latin typeface="Arial"/>
                <a:cs typeface="Arial"/>
              </a:rPr>
              <a:t>Seminarium</a:t>
            </a:r>
            <a:r>
              <a:rPr lang="nn-NO" sz="1100" b="0" i="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 starta opp på Stord i 1839.</a:t>
            </a: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nn-NO" sz="1100" u="sng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1994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I nokre tiår før 1994 starta prosessen med å etablere regionale høgskular.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Det var </a:t>
            </a:r>
            <a:r>
              <a:rPr lang="nn-NO" sz="1100" kern="1200" noProof="0" dirty="0" err="1">
                <a:solidFill>
                  <a:srgbClr val="000000"/>
                </a:solidFill>
                <a:effectLst/>
                <a:latin typeface="Arial"/>
                <a:cs typeface="Arial"/>
              </a:rPr>
              <a:t>Hernesutvalet</a:t>
            </a: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, gjennom statsråd Gudmund Hernes, som initierte høgskulereforma.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Nesten alle fylka i landet fekk sin eigen høgskule.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Hausten 1994 vart Høgskulen i Bergen, Høgskolen Stord/Haugesund og Høgskulen i Sogn og Fjordane etablert.</a:t>
            </a: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r>
              <a:rPr lang="nn-NO" sz="1100" u="sng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2017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Høgskulen på Vestlandet vart etablert 1. januar 2017, då Høgskolen i Bergen, Høgskulen i Sogn og Fjordane og Høgskolen Stord/Haugesund fusjonerte.</a:t>
            </a:r>
          </a:p>
          <a:p>
            <a:r>
              <a:rPr lang="nn-NO" sz="1100" noProof="0" dirty="0">
                <a:solidFill>
                  <a:srgbClr val="000000"/>
                </a:solidFill>
                <a:latin typeface="Arial"/>
                <a:cs typeface="Arial"/>
              </a:rPr>
              <a:t>Fusjonen </a:t>
            </a:r>
            <a:r>
              <a:rPr lang="nb-NO" sz="1100" noProof="0" dirty="0">
                <a:solidFill>
                  <a:srgbClr val="000000"/>
                </a:solidFill>
                <a:latin typeface="Arial"/>
                <a:cs typeface="Arial"/>
              </a:rPr>
              <a:t>la til rette for</a:t>
            </a:r>
            <a:r>
              <a:rPr lang="nn-NO" sz="1100" noProof="0" dirty="0">
                <a:solidFill>
                  <a:srgbClr val="000000"/>
                </a:solidFill>
                <a:latin typeface="Arial"/>
                <a:cs typeface="Arial"/>
              </a:rPr>
              <a:t> å byggje sterkare og meir solide fag- og forskingsmiljø enn dei tre tidlegare høgskulane ville klart kvar for seg.</a:t>
            </a:r>
            <a:r>
              <a:rPr lang="nn-NO" sz="1100" dirty="0">
                <a:solidFill>
                  <a:srgbClr val="000000"/>
                </a:solidFill>
                <a:latin typeface="Arial"/>
                <a:cs typeface="Arial"/>
              </a:rPr>
              <a:t> </a:t>
            </a:r>
          </a:p>
          <a:p>
            <a:endParaRPr lang="nn-NO" sz="11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n-NO" sz="1100" u="sng" dirty="0">
                <a:solidFill>
                  <a:srgbClr val="000000"/>
                </a:solidFill>
                <a:latin typeface="Arial"/>
                <a:cs typeface="Arial"/>
              </a:rPr>
              <a:t>2024</a:t>
            </a:r>
            <a:endParaRPr lang="nn-NO" sz="1100" u="sng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HVL sendte inn søknaden om å bli universitet til NOKUT i juni 2024.</a:t>
            </a:r>
          </a:p>
          <a:p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Målet vårt er å vere eit universitet med ein </a:t>
            </a:r>
            <a:r>
              <a:rPr lang="nn-NO" sz="1100" dirty="0">
                <a:solidFill>
                  <a:srgbClr val="000000"/>
                </a:solidFill>
                <a:latin typeface="Arial"/>
                <a:cs typeface="Arial"/>
              </a:rPr>
              <a:t>tydeleg</a:t>
            </a:r>
            <a:r>
              <a:rPr lang="nn-NO" sz="1100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 profesjons- og arbeidslivsretta profil.</a:t>
            </a: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r>
              <a:rPr lang="nn-NO" sz="1100" u="sng" kern="1200" noProof="0" dirty="0">
                <a:solidFill>
                  <a:srgbClr val="000000"/>
                </a:solidFill>
                <a:effectLst/>
                <a:latin typeface="Arial"/>
                <a:cs typeface="Arial"/>
              </a:rPr>
              <a:t>2025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øknaden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behandla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 NOKUT sin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sakkyndige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komite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September 2025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april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2026.</a:t>
            </a:r>
            <a:endParaRPr lang="nn-NO" sz="1100" kern="1200" noProof="0" dirty="0">
              <a:solidFill>
                <a:srgbClr val="000000"/>
              </a:solidFill>
              <a:effectLst/>
              <a:latin typeface="Arial"/>
              <a:cs typeface="Arial"/>
            </a:endParaRP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endParaRPr lang="nn-NO" sz="1100" kern="1200" noProof="0" dirty="0">
              <a:solidFill>
                <a:srgbClr val="000000"/>
              </a:solidFill>
              <a:effectLst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B4BF77-11FD-8E4D-B223-FC6B75E0C356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926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lys - stående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619511" y="2054942"/>
            <a:ext cx="5040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619512" y="3718184"/>
            <a:ext cx="5040000" cy="1050462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Klikk for å redigere undertittelstil i malen</a:t>
            </a:r>
          </a:p>
        </p:txBody>
      </p:sp>
      <p:cxnSp>
        <p:nvCxnSpPr>
          <p:cNvPr id="5" name="Rett linj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19512" y="5433342"/>
            <a:ext cx="42193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ssholder for tekst 2"/>
          <p:cNvSpPr>
            <a:spLocks noGrp="1"/>
          </p:cNvSpPr>
          <p:nvPr>
            <p:ph type="body" idx="10" hasCustomPrompt="1"/>
          </p:nvPr>
        </p:nvSpPr>
        <p:spPr>
          <a:xfrm>
            <a:off x="1619512" y="5596146"/>
            <a:ext cx="5040000" cy="90805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n-NO" noProof="0"/>
              <a:t>Rediger tekststiler i malen</a:t>
            </a:r>
          </a:p>
        </p:txBody>
      </p:sp>
      <p:sp>
        <p:nvSpPr>
          <p:cNvPr id="12" name="Plassholder for bilde 8"/>
          <p:cNvSpPr>
            <a:spLocks noGrp="1"/>
          </p:cNvSpPr>
          <p:nvPr>
            <p:ph type="pic" sz="quarter" idx="11" hasCustomPrompt="1"/>
          </p:nvPr>
        </p:nvSpPr>
        <p:spPr>
          <a:xfrm>
            <a:off x="7152000" y="0"/>
            <a:ext cx="5040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pic>
        <p:nvPicPr>
          <p:cNvPr id="4" name="Bilde 6">
            <a:extLst>
              <a:ext uri="{FF2B5EF4-FFF2-40B4-BE49-F238E27FC236}">
                <a16:creationId xmlns:a16="http://schemas.microsoft.com/office/drawing/2014/main" id="{1F1E978E-329B-9525-49CF-39FE16CEB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03" y="553771"/>
            <a:ext cx="2798181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23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lys - to liggende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619511" y="2054942"/>
            <a:ext cx="5040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619512" y="3718184"/>
            <a:ext cx="5040000" cy="1050462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 dirty="0"/>
              <a:t>Klikk for å redigere undertittelstil i malen</a:t>
            </a:r>
          </a:p>
        </p:txBody>
      </p:sp>
      <p:cxnSp>
        <p:nvCxnSpPr>
          <p:cNvPr id="5" name="Rett linj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19512" y="5433342"/>
            <a:ext cx="42193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ssholder for tekst 2"/>
          <p:cNvSpPr>
            <a:spLocks noGrp="1"/>
          </p:cNvSpPr>
          <p:nvPr>
            <p:ph type="body" idx="10"/>
          </p:nvPr>
        </p:nvSpPr>
        <p:spPr>
          <a:xfrm>
            <a:off x="1619512" y="5596146"/>
            <a:ext cx="5040000" cy="90805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 dirty="0"/>
              <a:t>Rediger tekststiler i malen</a:t>
            </a:r>
          </a:p>
        </p:txBody>
      </p:sp>
      <p:sp>
        <p:nvSpPr>
          <p:cNvPr id="12" name="Plassholder for bilde 8"/>
          <p:cNvSpPr>
            <a:spLocks noGrp="1"/>
          </p:cNvSpPr>
          <p:nvPr>
            <p:ph type="pic" sz="quarter" idx="11"/>
          </p:nvPr>
        </p:nvSpPr>
        <p:spPr>
          <a:xfrm>
            <a:off x="7152000" y="0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/>
              <a:t>Klikk ikonet for å legge til et bilde</a:t>
            </a:r>
            <a:endParaRPr lang="nb-NO" dirty="0"/>
          </a:p>
        </p:txBody>
      </p:sp>
      <p:sp>
        <p:nvSpPr>
          <p:cNvPr id="8" name="Plassholder for bilde 8"/>
          <p:cNvSpPr>
            <a:spLocks noGrp="1"/>
          </p:cNvSpPr>
          <p:nvPr>
            <p:ph type="pic" sz="quarter" idx="12"/>
          </p:nvPr>
        </p:nvSpPr>
        <p:spPr>
          <a:xfrm>
            <a:off x="7152000" y="3474000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/>
              <a:t>Klikk ikonet for å legge til et bilde</a:t>
            </a:r>
            <a:endParaRPr lang="nb-NO" dirty="0"/>
          </a:p>
        </p:txBody>
      </p:sp>
      <p:pic>
        <p:nvPicPr>
          <p:cNvPr id="4" name="Bilde 6">
            <a:extLst>
              <a:ext uri="{FF2B5EF4-FFF2-40B4-BE49-F238E27FC236}">
                <a16:creationId xmlns:a16="http://schemas.microsoft.com/office/drawing/2014/main" id="{B1DD541A-DEF4-AD40-2F8F-7B3F5CAF8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003" y="553771"/>
            <a:ext cx="2798181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4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ørk - stående bil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619512" y="2054942"/>
            <a:ext cx="5040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619512" y="3718184"/>
            <a:ext cx="5040000" cy="10512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2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 dirty="0"/>
              <a:t>Klikk for å redigere undertittelstil i malen</a:t>
            </a:r>
          </a:p>
        </p:txBody>
      </p:sp>
      <p:cxnSp>
        <p:nvCxnSpPr>
          <p:cNvPr id="5" name="Rett linj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19512" y="5433342"/>
            <a:ext cx="4219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ssholder for tekst 2"/>
          <p:cNvSpPr>
            <a:spLocks noGrp="1"/>
          </p:cNvSpPr>
          <p:nvPr>
            <p:ph type="body" idx="10" hasCustomPrompt="1"/>
          </p:nvPr>
        </p:nvSpPr>
        <p:spPr>
          <a:xfrm>
            <a:off x="1619512" y="5596146"/>
            <a:ext cx="5040000" cy="90805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n-NO" noProof="0"/>
              <a:t>Rediger tekststiler i malen</a:t>
            </a:r>
          </a:p>
        </p:txBody>
      </p:sp>
      <p:sp>
        <p:nvSpPr>
          <p:cNvPr id="11" name="Plassholder for bilde 8"/>
          <p:cNvSpPr>
            <a:spLocks noGrp="1"/>
          </p:cNvSpPr>
          <p:nvPr>
            <p:ph type="pic" sz="quarter" idx="11" hasCustomPrompt="1"/>
          </p:nvPr>
        </p:nvSpPr>
        <p:spPr>
          <a:xfrm>
            <a:off x="7152000" y="0"/>
            <a:ext cx="5040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pic>
        <p:nvPicPr>
          <p:cNvPr id="4" name="Bilde 6">
            <a:extLst>
              <a:ext uri="{FF2B5EF4-FFF2-40B4-BE49-F238E27FC236}">
                <a16:creationId xmlns:a16="http://schemas.microsoft.com/office/drawing/2014/main" id="{8834A2E4-80CA-B5DB-DE4C-ED963FBE89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51" y="555141"/>
            <a:ext cx="2772000" cy="7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48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side mørk - liggende bi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1619512" y="2054942"/>
            <a:ext cx="5040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1619512" y="3718184"/>
            <a:ext cx="5040000" cy="10512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2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 dirty="0"/>
              <a:t>Klikk for å redigere undertittelstil i malen</a:t>
            </a:r>
          </a:p>
        </p:txBody>
      </p:sp>
      <p:cxnSp>
        <p:nvCxnSpPr>
          <p:cNvPr id="5" name="Rett linj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619512" y="5433342"/>
            <a:ext cx="4219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lassholder for tekst 2"/>
          <p:cNvSpPr>
            <a:spLocks noGrp="1"/>
          </p:cNvSpPr>
          <p:nvPr>
            <p:ph type="body" idx="10" hasCustomPrompt="1"/>
          </p:nvPr>
        </p:nvSpPr>
        <p:spPr>
          <a:xfrm>
            <a:off x="1619512" y="5596146"/>
            <a:ext cx="5040000" cy="90805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n-NO" noProof="0"/>
              <a:t>Rediger tekststiler i malen</a:t>
            </a:r>
          </a:p>
        </p:txBody>
      </p:sp>
      <p:sp>
        <p:nvSpPr>
          <p:cNvPr id="11" name="Plassholder for bilde 8"/>
          <p:cNvSpPr>
            <a:spLocks noGrp="1"/>
          </p:cNvSpPr>
          <p:nvPr>
            <p:ph type="pic" sz="quarter" idx="11" hasCustomPrompt="1"/>
          </p:nvPr>
        </p:nvSpPr>
        <p:spPr>
          <a:xfrm>
            <a:off x="7152000" y="0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sp>
        <p:nvSpPr>
          <p:cNvPr id="8" name="Plassholder for bilde 8"/>
          <p:cNvSpPr>
            <a:spLocks noGrp="1"/>
          </p:cNvSpPr>
          <p:nvPr>
            <p:ph type="pic" sz="quarter" idx="12" hasCustomPrompt="1"/>
          </p:nvPr>
        </p:nvSpPr>
        <p:spPr>
          <a:xfrm>
            <a:off x="7152000" y="3474000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pic>
        <p:nvPicPr>
          <p:cNvPr id="4" name="Bilde 6">
            <a:extLst>
              <a:ext uri="{FF2B5EF4-FFF2-40B4-BE49-F238E27FC236}">
                <a16:creationId xmlns:a16="http://schemas.microsoft.com/office/drawing/2014/main" id="{9D39E6B3-54D3-7C2A-88F0-88920594AC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51" y="555141"/>
            <a:ext cx="2772000" cy="79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940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spalte med bakgrunn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 dirty="0"/>
              <a:t>Klikk for å redigere tittelstil</a:t>
            </a:r>
          </a:p>
        </p:txBody>
      </p:sp>
      <p:sp>
        <p:nvSpPr>
          <p:cNvPr id="4" name="Rektangel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602" y="1363946"/>
            <a:ext cx="10926000" cy="50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nn-NO" noProof="0"/>
              <a:t>  </a:t>
            </a:r>
          </a:p>
        </p:txBody>
      </p:sp>
      <p:cxnSp>
        <p:nvCxnSpPr>
          <p:cNvPr id="6" name="Rett linj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9427" y="1358552"/>
            <a:ext cx="10926000" cy="0"/>
          </a:xfrm>
          <a:prstGeom prst="line">
            <a:avLst/>
          </a:prstGeom>
          <a:ln w="25400">
            <a:solidFill>
              <a:srgbClr val="00AF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809427" y="1361080"/>
            <a:ext cx="10926000" cy="5060866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 marL="342900" indent="-342900">
              <a:lnSpc>
                <a:spcPct val="100000"/>
              </a:lnSpc>
              <a:buFont typeface=".AppleSystemUIFont" charset="-120"/>
              <a:buChar char="›"/>
              <a:defRPr sz="2000"/>
            </a:lvl1pPr>
            <a:lvl2pPr marL="685800" indent="-228600">
              <a:lnSpc>
                <a:spcPct val="100000"/>
              </a:lnSpc>
              <a:buFont typeface=".AppleSystemUIFont" charset="-120"/>
              <a:buChar char="›"/>
              <a:defRPr sz="2000">
                <a:latin typeface="+mn-lt"/>
              </a:defRPr>
            </a:lvl2pPr>
            <a:lvl3pPr marL="1143000" indent="-228600">
              <a:lnSpc>
                <a:spcPct val="100000"/>
              </a:lnSpc>
              <a:buFont typeface=".AppleSystemUIFont" charset="-120"/>
              <a:buChar char="›"/>
              <a:defRPr sz="2000">
                <a:latin typeface="+mn-lt"/>
              </a:defRPr>
            </a:lvl3pPr>
            <a:lvl4pPr marL="1600200" indent="-228600">
              <a:lnSpc>
                <a:spcPct val="100000"/>
              </a:lnSpc>
              <a:buFont typeface=".AppleSystemUIFont" charset="-120"/>
              <a:buChar char="›"/>
              <a:defRPr sz="2000">
                <a:latin typeface="+mn-lt"/>
              </a:defRPr>
            </a:lvl4pPr>
            <a:lvl5pPr marL="2057400" indent="-228600">
              <a:lnSpc>
                <a:spcPct val="100000"/>
              </a:lnSpc>
              <a:buFont typeface=".AppleSystemUIFont" charset="-120"/>
              <a:buChar char="›"/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22" name="Plassholder for bunntekst 21"/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3477" cy="450000"/>
          </a:xfrm>
        </p:spPr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endParaRPr lang="nn-NO" dirty="0"/>
          </a:p>
        </p:txBody>
      </p:sp>
      <p:sp>
        <p:nvSpPr>
          <p:cNvPr id="23" name="Plassholder for lysbildenumm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348523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spalte med bakgrunn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 dirty="0"/>
              <a:t>Klikk for å redigere tittelstil</a:t>
            </a:r>
          </a:p>
        </p:txBody>
      </p:sp>
      <p:sp>
        <p:nvSpPr>
          <p:cNvPr id="4" name="Rektangel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602" y="1363946"/>
            <a:ext cx="10926000" cy="50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nn-NO" noProof="0"/>
              <a:t>  </a:t>
            </a:r>
          </a:p>
        </p:txBody>
      </p:sp>
      <p:cxnSp>
        <p:nvCxnSpPr>
          <p:cNvPr id="6" name="Rett linj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9427" y="1358552"/>
            <a:ext cx="10926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809427" y="1361079"/>
            <a:ext cx="10926000" cy="5028945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 marL="342900" indent="-342900">
              <a:lnSpc>
                <a:spcPct val="100000"/>
              </a:lnSpc>
              <a:buClr>
                <a:schemeClr val="accent2"/>
              </a:buClr>
              <a:buFont typeface=".AppleSystemUIFont" charset="-120"/>
              <a:buChar char="›"/>
              <a:defRPr sz="2000"/>
            </a:lvl1pPr>
            <a:lvl2pPr marL="685800" indent="-228600">
              <a:lnSpc>
                <a:spcPct val="100000"/>
              </a:lnSpc>
              <a:buClr>
                <a:schemeClr val="accent2"/>
              </a:buClr>
              <a:buFont typeface=".AppleSystemUIFont" charset="-120"/>
              <a:buChar char="›"/>
              <a:defRPr sz="2000">
                <a:latin typeface="+mn-lt"/>
              </a:defRPr>
            </a:lvl2pPr>
            <a:lvl3pPr marL="1143000" indent="-228600">
              <a:lnSpc>
                <a:spcPct val="100000"/>
              </a:lnSpc>
              <a:buClr>
                <a:schemeClr val="accent2"/>
              </a:buClr>
              <a:buFont typeface=".AppleSystemUIFont" charset="-120"/>
              <a:buChar char="›"/>
              <a:defRPr sz="2000">
                <a:latin typeface="+mn-lt"/>
              </a:defRPr>
            </a:lvl3pPr>
            <a:lvl4pPr marL="1600200" indent="-228600">
              <a:lnSpc>
                <a:spcPct val="100000"/>
              </a:lnSpc>
              <a:buClr>
                <a:schemeClr val="accent2"/>
              </a:buClr>
              <a:buFont typeface=".AppleSystemUIFont" charset="-120"/>
              <a:buChar char="›"/>
              <a:defRPr sz="2000">
                <a:latin typeface="+mn-lt"/>
              </a:defRPr>
            </a:lvl4pPr>
            <a:lvl5pPr marL="2057400" indent="-228600">
              <a:lnSpc>
                <a:spcPct val="100000"/>
              </a:lnSpc>
              <a:buClr>
                <a:schemeClr val="accent2"/>
              </a:buClr>
              <a:buFont typeface=".AppleSystemUIFont" charset="-120"/>
              <a:buChar char="›"/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22" name="Plassholder for bunntekst 21"/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3477" cy="4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n-NO" dirty="0"/>
          </a:p>
        </p:txBody>
      </p:sp>
      <p:sp>
        <p:nvSpPr>
          <p:cNvPr id="23" name="Plassholder for lysbildenumm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963282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 spalter med bakgrunn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4" name="Rektangel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594" y="1352959"/>
            <a:ext cx="5256000" cy="50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nn-NO" noProof="0"/>
              <a:t>  </a:t>
            </a:r>
          </a:p>
        </p:txBody>
      </p:sp>
      <p:cxnSp>
        <p:nvCxnSpPr>
          <p:cNvPr id="6" name="Rett linj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9427" y="1362845"/>
            <a:ext cx="5256000" cy="0"/>
          </a:xfrm>
          <a:prstGeom prst="line">
            <a:avLst/>
          </a:prstGeom>
          <a:ln w="25400">
            <a:solidFill>
              <a:srgbClr val="00AF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811949" y="1347919"/>
            <a:ext cx="5246177" cy="5063039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2000"/>
            </a:lvl1pPr>
            <a:lvl2pPr>
              <a:lnSpc>
                <a:spcPct val="100000"/>
              </a:lnSpc>
              <a:buClr>
                <a:schemeClr val="accent1"/>
              </a:buClr>
              <a:defRPr sz="2000">
                <a:latin typeface="+mn-lt"/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 sz="2000">
                <a:latin typeface="+mn-lt"/>
              </a:defRPr>
            </a:lvl3pPr>
            <a:lvl4pPr>
              <a:lnSpc>
                <a:spcPct val="100000"/>
              </a:lnSpc>
              <a:buClr>
                <a:schemeClr val="accent1"/>
              </a:buClr>
              <a:defRPr sz="2000">
                <a:latin typeface="+mn-lt"/>
              </a:defRPr>
            </a:lvl4pPr>
            <a:lvl5pPr>
              <a:lnSpc>
                <a:spcPct val="100000"/>
              </a:lnSpc>
              <a:buClr>
                <a:schemeClr val="accent1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11" name="Rektange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0905" y="1351536"/>
            <a:ext cx="5256000" cy="50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nn-NO" noProof="0"/>
              <a:t>  </a:t>
            </a:r>
          </a:p>
        </p:txBody>
      </p:sp>
      <p:cxnSp>
        <p:nvCxnSpPr>
          <p:cNvPr id="17" name="Rett linj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472438" y="1361941"/>
            <a:ext cx="5256000" cy="0"/>
          </a:xfrm>
          <a:prstGeom prst="line">
            <a:avLst/>
          </a:prstGeom>
          <a:ln w="25400">
            <a:solidFill>
              <a:srgbClr val="00AF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assholder for innhold 2"/>
          <p:cNvSpPr>
            <a:spLocks noGrp="1"/>
          </p:cNvSpPr>
          <p:nvPr>
            <p:ph idx="12" hasCustomPrompt="1"/>
          </p:nvPr>
        </p:nvSpPr>
        <p:spPr>
          <a:xfrm>
            <a:off x="6472437" y="1347918"/>
            <a:ext cx="5256001" cy="5063039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2000">
                <a:latin typeface="+mn-lt"/>
              </a:defRPr>
            </a:lvl2pPr>
            <a:lvl3pPr>
              <a:buClr>
                <a:schemeClr val="accent1"/>
              </a:buClr>
              <a:defRPr sz="2000">
                <a:latin typeface="+mn-lt"/>
              </a:defRPr>
            </a:lvl3pPr>
            <a:lvl4pPr>
              <a:buClr>
                <a:schemeClr val="accent1"/>
              </a:buClr>
              <a:defRPr sz="2000">
                <a:latin typeface="+mn-lt"/>
              </a:defRPr>
            </a:lvl4pPr>
            <a:lvl5pPr>
              <a:buClr>
                <a:schemeClr val="accent1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5" name="Plassholder for bunntekst 4"/>
          <p:cNvSpPr>
            <a:spLocks noGrp="1"/>
          </p:cNvSpPr>
          <p:nvPr>
            <p:ph type="ftr" sz="quarter" idx="13"/>
          </p:nvPr>
        </p:nvSpPr>
        <p:spPr>
          <a:xfrm>
            <a:off x="811950" y="6408000"/>
            <a:ext cx="10933422" cy="450000"/>
          </a:xfrm>
        </p:spPr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endParaRPr lang="nn-NO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2092050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 spalter med bakgrunn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>
            <a:normAutofit/>
          </a:bodyPr>
          <a:lstStyle>
            <a:lvl1pPr algn="l">
              <a:lnSpc>
                <a:spcPct val="100000"/>
              </a:lnSpc>
              <a:defRPr sz="3200"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4" name="Rektangel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0594" y="1352959"/>
            <a:ext cx="5256000" cy="50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nn-NO" noProof="0"/>
              <a:t>  </a:t>
            </a:r>
          </a:p>
        </p:txBody>
      </p:sp>
      <p:cxnSp>
        <p:nvCxnSpPr>
          <p:cNvPr id="6" name="Rett linj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9427" y="1362845"/>
            <a:ext cx="5256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811949" y="1347920"/>
            <a:ext cx="5246177" cy="506304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buClr>
                <a:schemeClr val="accent2"/>
              </a:buClr>
              <a:defRPr sz="2000"/>
            </a:lvl1pPr>
            <a:lvl2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2pPr>
            <a:lvl3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3pPr>
            <a:lvl4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4pPr>
            <a:lvl5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11" name="Rektangel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0905" y="1351536"/>
            <a:ext cx="5256000" cy="50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nn-NO" noProof="0"/>
              <a:t>  </a:t>
            </a:r>
          </a:p>
        </p:txBody>
      </p:sp>
      <p:cxnSp>
        <p:nvCxnSpPr>
          <p:cNvPr id="17" name="Rett linj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472438" y="1361941"/>
            <a:ext cx="5256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lassholder for innhold 2"/>
          <p:cNvSpPr>
            <a:spLocks noGrp="1"/>
          </p:cNvSpPr>
          <p:nvPr>
            <p:ph idx="12" hasCustomPrompt="1"/>
          </p:nvPr>
        </p:nvSpPr>
        <p:spPr>
          <a:xfrm>
            <a:off x="6472437" y="1347919"/>
            <a:ext cx="5256001" cy="506304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buClr>
                <a:schemeClr val="accent2"/>
              </a:buClr>
              <a:defRPr sz="2000"/>
            </a:lvl1pPr>
            <a:lvl2pPr>
              <a:buClr>
                <a:schemeClr val="accent2"/>
              </a:buClr>
              <a:defRPr sz="2000">
                <a:latin typeface="+mn-lt"/>
              </a:defRPr>
            </a:lvl2pPr>
            <a:lvl3pPr>
              <a:buClr>
                <a:schemeClr val="accent2"/>
              </a:buClr>
              <a:defRPr sz="2000">
                <a:latin typeface="+mn-lt"/>
              </a:defRPr>
            </a:lvl3pPr>
            <a:lvl4pPr>
              <a:buClr>
                <a:schemeClr val="accent2"/>
              </a:buClr>
              <a:defRPr sz="2000">
                <a:latin typeface="+mn-lt"/>
              </a:defRPr>
            </a:lvl4pPr>
            <a:lvl5pPr>
              <a:buClr>
                <a:schemeClr val="accent2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5" name="Plassholder for bunntekst 4"/>
          <p:cNvSpPr>
            <a:spLocks noGrp="1"/>
          </p:cNvSpPr>
          <p:nvPr>
            <p:ph type="ftr" sz="quarter" idx="13"/>
          </p:nvPr>
        </p:nvSpPr>
        <p:spPr>
          <a:xfrm>
            <a:off x="811950" y="6408000"/>
            <a:ext cx="10924955" cy="4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n-NO" dirty="0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31536665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lys - stående bil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tel 1"/>
          <p:cNvSpPr>
            <a:spLocks noGrp="1"/>
          </p:cNvSpPr>
          <p:nvPr>
            <p:ph type="ctrTitle"/>
          </p:nvPr>
        </p:nvSpPr>
        <p:spPr>
          <a:xfrm>
            <a:off x="809426" y="1879389"/>
            <a:ext cx="4914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cxnSp>
        <p:nvCxnSpPr>
          <p:cNvPr id="9" name="Rett linj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9427" y="3434389"/>
            <a:ext cx="42193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Undertittel 2"/>
          <p:cNvSpPr>
            <a:spLocks noGrp="1"/>
          </p:cNvSpPr>
          <p:nvPr>
            <p:ph type="subTitle" idx="1"/>
          </p:nvPr>
        </p:nvSpPr>
        <p:spPr>
          <a:xfrm>
            <a:off x="809426" y="3703967"/>
            <a:ext cx="4860000" cy="10512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Klikk for å redigere undertittelstil i malen</a:t>
            </a:r>
          </a:p>
        </p:txBody>
      </p:sp>
      <p:sp>
        <p:nvSpPr>
          <p:cNvPr id="5" name="Plassholder for bilde 8"/>
          <p:cNvSpPr>
            <a:spLocks noGrp="1"/>
          </p:cNvSpPr>
          <p:nvPr>
            <p:ph type="pic" sz="quarter" idx="12" hasCustomPrompt="1"/>
          </p:nvPr>
        </p:nvSpPr>
        <p:spPr>
          <a:xfrm>
            <a:off x="6252000" y="5495"/>
            <a:ext cx="5940000" cy="685250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4EF87D56-EB65-1D77-FA21-BA381B42B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0829F7BD-A2BF-648A-E2FE-65E07C67A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0BEDD03-D4F0-79D9-4A28-CE541842B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172482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mørk - stående bil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tel 1"/>
          <p:cNvSpPr>
            <a:spLocks noGrp="1"/>
          </p:cNvSpPr>
          <p:nvPr>
            <p:ph type="ctrTitle"/>
          </p:nvPr>
        </p:nvSpPr>
        <p:spPr>
          <a:xfrm>
            <a:off x="809426" y="1879389"/>
            <a:ext cx="4914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cxnSp>
        <p:nvCxnSpPr>
          <p:cNvPr id="9" name="Rett linj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09427" y="3434389"/>
            <a:ext cx="42193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Undertittel 2"/>
          <p:cNvSpPr>
            <a:spLocks noGrp="1"/>
          </p:cNvSpPr>
          <p:nvPr>
            <p:ph type="subTitle" idx="1"/>
          </p:nvPr>
        </p:nvSpPr>
        <p:spPr>
          <a:xfrm>
            <a:off x="809426" y="3703967"/>
            <a:ext cx="4860000" cy="10512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2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Klikk for å redigere undertittelstil i malen</a:t>
            </a:r>
          </a:p>
        </p:txBody>
      </p:sp>
      <p:sp>
        <p:nvSpPr>
          <p:cNvPr id="5" name="Plassholder for bilde 8"/>
          <p:cNvSpPr>
            <a:spLocks noGrp="1"/>
          </p:cNvSpPr>
          <p:nvPr>
            <p:ph type="pic" sz="quarter" idx="12" hasCustomPrompt="1"/>
          </p:nvPr>
        </p:nvSpPr>
        <p:spPr>
          <a:xfrm>
            <a:off x="6252000" y="5495"/>
            <a:ext cx="5940000" cy="685250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grpSp>
        <p:nvGrpSpPr>
          <p:cNvPr id="2" name="Gruppe 1">
            <a:extLst>
              <a:ext uri="{FF2B5EF4-FFF2-40B4-BE49-F238E27FC236}">
                <a16:creationId xmlns:a16="http://schemas.microsoft.com/office/drawing/2014/main" id="{834EFF88-FDE9-E355-6DCC-6A9DC289D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D2E4014-B21E-1639-2406-1297BDFA6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E9EFE136-D16F-F168-40BC-172BAEC9F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1208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lys - to liggende bi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809426" y="1879389"/>
            <a:ext cx="5760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cxnSp>
        <p:nvCxnSpPr>
          <p:cNvPr id="11" name="Rett linje 10"/>
          <p:cNvCxnSpPr/>
          <p:nvPr userDrawn="1"/>
        </p:nvCxnSpPr>
        <p:spPr>
          <a:xfrm>
            <a:off x="809427" y="3434389"/>
            <a:ext cx="421939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809426" y="3703967"/>
            <a:ext cx="5760000" cy="10512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2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Klikk for å redigere undertittelstil i malen</a:t>
            </a:r>
          </a:p>
        </p:txBody>
      </p:sp>
      <p:sp>
        <p:nvSpPr>
          <p:cNvPr id="5" name="Plassholder for bilde 8"/>
          <p:cNvSpPr>
            <a:spLocks noGrp="1"/>
          </p:cNvSpPr>
          <p:nvPr>
            <p:ph type="pic" sz="quarter" idx="12" hasCustomPrompt="1"/>
          </p:nvPr>
        </p:nvSpPr>
        <p:spPr>
          <a:xfrm>
            <a:off x="7152000" y="5495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sp>
        <p:nvSpPr>
          <p:cNvPr id="12" name="Plassholder for bilde 8"/>
          <p:cNvSpPr>
            <a:spLocks noGrp="1"/>
          </p:cNvSpPr>
          <p:nvPr>
            <p:ph type="pic" sz="quarter" idx="13" hasCustomPrompt="1"/>
          </p:nvPr>
        </p:nvSpPr>
        <p:spPr>
          <a:xfrm>
            <a:off x="7152000" y="3468783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23472EDA-4DCC-93A7-F8EA-8FB03C53B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7BF8C47-E98D-3C80-9DC8-9B12AF146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F5ABE4A6-AA7A-C87B-29FA-163A21442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1211101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killeside mørk - to liggende bil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809426" y="1879389"/>
            <a:ext cx="5760000" cy="1258529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  <p:cxnSp>
        <p:nvCxnSpPr>
          <p:cNvPr id="11" name="Rett linje 10"/>
          <p:cNvCxnSpPr/>
          <p:nvPr userDrawn="1"/>
        </p:nvCxnSpPr>
        <p:spPr>
          <a:xfrm>
            <a:off x="809427" y="3434389"/>
            <a:ext cx="42193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Undertittel 2"/>
          <p:cNvSpPr>
            <a:spLocks noGrp="1"/>
          </p:cNvSpPr>
          <p:nvPr>
            <p:ph type="subTitle" idx="1"/>
          </p:nvPr>
        </p:nvSpPr>
        <p:spPr>
          <a:xfrm>
            <a:off x="809426" y="3703967"/>
            <a:ext cx="5760000" cy="10512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2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n-NO" noProof="0"/>
              <a:t>Klikk for å redigere undertittelstil i malen</a:t>
            </a:r>
          </a:p>
        </p:txBody>
      </p:sp>
      <p:sp>
        <p:nvSpPr>
          <p:cNvPr id="5" name="Plassholder for bilde 8"/>
          <p:cNvSpPr>
            <a:spLocks noGrp="1"/>
          </p:cNvSpPr>
          <p:nvPr>
            <p:ph type="pic" sz="quarter" idx="12" hasCustomPrompt="1"/>
          </p:nvPr>
        </p:nvSpPr>
        <p:spPr>
          <a:xfrm>
            <a:off x="7152000" y="5495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sp>
        <p:nvSpPr>
          <p:cNvPr id="12" name="Plassholder for bilde 8"/>
          <p:cNvSpPr>
            <a:spLocks noGrp="1"/>
          </p:cNvSpPr>
          <p:nvPr>
            <p:ph type="pic" sz="quarter" idx="13" hasCustomPrompt="1"/>
          </p:nvPr>
        </p:nvSpPr>
        <p:spPr>
          <a:xfrm>
            <a:off x="7152000" y="3468783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2EED336B-5AE7-5A78-A9B2-16D24CDD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798439F-6D85-48E1-A6B1-23BB26A3F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F3BDDF3-DACF-22B0-276B-4065EA1BA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1552147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e uten bakgrunn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CC3D6142-149C-327E-AB7D-A37543A2B7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1949" y="1352020"/>
            <a:ext cx="10923097" cy="505800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>
                <a:latin typeface="+mn-lt"/>
              </a:defRPr>
            </a:lvl2pPr>
            <a:lvl3pPr>
              <a:lnSpc>
                <a:spcPct val="100000"/>
              </a:lnSpc>
              <a:defRPr sz="2000">
                <a:latin typeface="+mn-lt"/>
              </a:defRPr>
            </a:lvl3pPr>
            <a:lvl4pPr>
              <a:lnSpc>
                <a:spcPct val="100000"/>
              </a:lnSpc>
              <a:defRPr sz="2000">
                <a:latin typeface="+mn-lt"/>
              </a:defRPr>
            </a:lvl4pPr>
            <a:lvl5pPr>
              <a:lnSpc>
                <a:spcPct val="100000"/>
              </a:lnSpc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4" name="Plassholder for bunntekst 3"/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3096" cy="450000"/>
          </a:xfrm>
        </p:spPr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endParaRPr lang="nn-NO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/>
          </a:p>
        </p:txBody>
      </p:sp>
    </p:spTree>
    <p:extLst>
      <p:ext uri="{BB962C8B-B14F-4D97-AF65-F5344CB8AC3E}">
        <p14:creationId xmlns:p14="http://schemas.microsoft.com/office/powerpoint/2010/main" val="482388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e uten bakgrunn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5" name="Plassholder for innhold 2">
            <a:extLst>
              <a:ext uri="{FF2B5EF4-FFF2-40B4-BE49-F238E27FC236}">
                <a16:creationId xmlns:a16="http://schemas.microsoft.com/office/drawing/2014/main" id="{CC3D6142-149C-327E-AB7D-A37543A2B7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1949" y="1352020"/>
            <a:ext cx="10923097" cy="505800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buClr>
                <a:schemeClr val="accent2"/>
              </a:buClr>
              <a:defRPr sz="2000"/>
            </a:lvl1pPr>
            <a:lvl2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2pPr>
            <a:lvl3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3pPr>
            <a:lvl4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4pPr>
            <a:lvl5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4" name="Plassholder for bunntekst 3"/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3096" cy="4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n-NO" dirty="0"/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2278695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 spalter uten bakgrunn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809047" y="1352020"/>
            <a:ext cx="5256000" cy="505800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>
                <a:latin typeface="+mn-lt"/>
              </a:defRPr>
            </a:lvl2pPr>
            <a:lvl3pPr>
              <a:lnSpc>
                <a:spcPct val="100000"/>
              </a:lnSpc>
              <a:defRPr sz="2000">
                <a:latin typeface="+mn-lt"/>
              </a:defRPr>
            </a:lvl3pPr>
            <a:lvl4pPr>
              <a:lnSpc>
                <a:spcPct val="100000"/>
              </a:lnSpc>
              <a:defRPr sz="2000">
                <a:latin typeface="+mn-lt"/>
              </a:defRPr>
            </a:lvl4pPr>
            <a:lvl5pPr>
              <a:lnSpc>
                <a:spcPct val="100000"/>
              </a:lnSpc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2" hasCustomPrompt="1"/>
          </p:nvPr>
        </p:nvSpPr>
        <p:spPr>
          <a:xfrm>
            <a:off x="6479976" y="1347919"/>
            <a:ext cx="5256000" cy="505800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>
                <a:latin typeface="+mn-lt"/>
              </a:defRPr>
            </a:lvl2pPr>
            <a:lvl3pPr>
              <a:lnSpc>
                <a:spcPct val="100000"/>
              </a:lnSpc>
              <a:defRPr sz="2000">
                <a:latin typeface="+mn-lt"/>
              </a:defRPr>
            </a:lvl3pPr>
            <a:lvl4pPr>
              <a:lnSpc>
                <a:spcPct val="100000"/>
              </a:lnSpc>
              <a:defRPr sz="2000">
                <a:latin typeface="+mn-lt"/>
              </a:defRPr>
            </a:lvl4pPr>
            <a:lvl5pPr>
              <a:lnSpc>
                <a:spcPct val="100000"/>
              </a:lnSpc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20" name="Plassholder for bunntekst 19"/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6137" cy="450000"/>
          </a:xfrm>
        </p:spPr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endParaRPr lang="nn-NO"/>
          </a:p>
        </p:txBody>
      </p:sp>
      <p:sp>
        <p:nvSpPr>
          <p:cNvPr id="21" name="Plassholder for lysbildenummer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737373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</p:spTree>
    <p:extLst>
      <p:ext uri="{BB962C8B-B14F-4D97-AF65-F5344CB8AC3E}">
        <p14:creationId xmlns:p14="http://schemas.microsoft.com/office/powerpoint/2010/main" val="8961912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o spalter uten bakgrunn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idx="1" hasCustomPrompt="1"/>
          </p:nvPr>
        </p:nvSpPr>
        <p:spPr>
          <a:xfrm>
            <a:off x="809047" y="1352020"/>
            <a:ext cx="5256000" cy="505800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buClr>
                <a:schemeClr val="accent2"/>
              </a:buClr>
              <a:defRPr sz="2000"/>
            </a:lvl1pPr>
            <a:lvl2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2pPr>
            <a:lvl3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3pPr>
            <a:lvl4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4pPr>
            <a:lvl5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 dirty="0"/>
              <a:t>Rediger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15" name="Plassholder for innhold 2"/>
          <p:cNvSpPr>
            <a:spLocks noGrp="1"/>
          </p:cNvSpPr>
          <p:nvPr>
            <p:ph idx="12" hasCustomPrompt="1"/>
          </p:nvPr>
        </p:nvSpPr>
        <p:spPr>
          <a:xfrm>
            <a:off x="6479976" y="1347919"/>
            <a:ext cx="5256000" cy="5058000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buClr>
                <a:schemeClr val="accent2"/>
              </a:buClr>
              <a:defRPr sz="2000"/>
            </a:lvl1pPr>
            <a:lvl2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2pPr>
            <a:lvl3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3pPr>
            <a:lvl4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4pPr>
            <a:lvl5pPr>
              <a:lnSpc>
                <a:spcPct val="100000"/>
              </a:lnSpc>
              <a:buClr>
                <a:schemeClr val="accent2"/>
              </a:buClr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grpSp>
        <p:nvGrpSpPr>
          <p:cNvPr id="12" name="Grupp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14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20" name="Plassholder for bunntekst 19"/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3097" cy="45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nn-NO" dirty="0"/>
          </a:p>
        </p:txBody>
      </p:sp>
      <p:sp>
        <p:nvSpPr>
          <p:cNvPr id="21" name="Plassholder for lysbildenummer 2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/>
          </a:p>
        </p:txBody>
      </p:sp>
    </p:spTree>
    <p:extLst>
      <p:ext uri="{BB962C8B-B14F-4D97-AF65-F5344CB8AC3E}">
        <p14:creationId xmlns:p14="http://schemas.microsoft.com/office/powerpoint/2010/main" val="3176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e blå fokusfelt ett fok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FDCA8A7-DBDC-4932-9E8D-FAD81293B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13" y="4105436"/>
            <a:ext cx="12192000" cy="2756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A74FB5AA-5B3A-4EAD-9213-63995A70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643593" y="3888097"/>
            <a:ext cx="369974" cy="3699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>
              <a:solidFill>
                <a:schemeClr val="bg1"/>
              </a:solidFill>
            </a:endParaRPr>
          </a:p>
        </p:txBody>
      </p:sp>
      <p:sp>
        <p:nvSpPr>
          <p:cNvPr id="37" name="Plassholder for innhold 2">
            <a:extLst>
              <a:ext uri="{FF2B5EF4-FFF2-40B4-BE49-F238E27FC236}">
                <a16:creationId xmlns:a16="http://schemas.microsoft.com/office/drawing/2014/main" id="{6BFBACE1-C0F2-4FB9-AC7A-2304E597366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09976" y="1354730"/>
            <a:ext cx="5462637" cy="2744659"/>
          </a:xfrm>
          <a:noFill/>
          <a:ln>
            <a:noFill/>
          </a:ln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>
                <a:latin typeface="+mn-lt"/>
              </a:defRPr>
            </a:lvl2pPr>
            <a:lvl3pPr>
              <a:lnSpc>
                <a:spcPct val="100000"/>
              </a:lnSpc>
              <a:defRPr sz="2000">
                <a:latin typeface="+mn-lt"/>
              </a:defRPr>
            </a:lvl3pPr>
            <a:lvl4pPr>
              <a:lnSpc>
                <a:spcPct val="100000"/>
              </a:lnSpc>
              <a:defRPr sz="2000">
                <a:latin typeface="+mn-lt"/>
              </a:defRPr>
            </a:lvl4pPr>
            <a:lvl5pPr>
              <a:lnSpc>
                <a:spcPct val="100000"/>
              </a:lnSpc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sp>
        <p:nvSpPr>
          <p:cNvPr id="21" name="Plassholder for innhold 2">
            <a:extLst>
              <a:ext uri="{FF2B5EF4-FFF2-40B4-BE49-F238E27FC236}">
                <a16:creationId xmlns:a16="http://schemas.microsoft.com/office/drawing/2014/main" id="{DF5504D8-1490-43DE-A101-64406EB19B00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82571" y="1354730"/>
            <a:ext cx="5462637" cy="2744659"/>
          </a:xfrm>
          <a:noFill/>
          <a:ln>
            <a:noFill/>
          </a:ln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>
                <a:latin typeface="+mn-lt"/>
              </a:defRPr>
            </a:lvl2pPr>
            <a:lvl3pPr>
              <a:lnSpc>
                <a:spcPct val="100000"/>
              </a:lnSpc>
              <a:defRPr sz="2000">
                <a:latin typeface="+mn-lt"/>
              </a:defRPr>
            </a:lvl3pPr>
            <a:lvl4pPr>
              <a:lnSpc>
                <a:spcPct val="100000"/>
              </a:lnSpc>
              <a:defRPr sz="2000">
                <a:latin typeface="+mn-lt"/>
              </a:defRPr>
            </a:lvl4pPr>
            <a:lvl5pPr>
              <a:lnSpc>
                <a:spcPct val="100000"/>
              </a:lnSpc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DEA17B9E-ECD2-45D7-82A4-A62B8458CE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9976" y="4983503"/>
            <a:ext cx="10926000" cy="968375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 dirty="0"/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7FB21875-068D-9E73-F50C-261D9839A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B5F95E2-46A6-ABF5-8386-5F6537671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F98C76F1-9774-5C9D-17F1-E544C0138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078155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e blå fokusfelt ett fokus mid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 dirty="0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061E6D3-E299-3CE7-D16A-FC1675B8E6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11949" y="1352020"/>
            <a:ext cx="10923097" cy="2747369"/>
          </a:xfrm>
          <a:noFill/>
          <a:ln>
            <a:noFill/>
          </a:ln>
        </p:spPr>
        <p:txBody>
          <a:bodyPr lIns="180000" tIns="180000" rIns="180000" bIns="180000">
            <a:normAutofit/>
          </a:bodyPr>
          <a:lstStyle>
            <a:lvl1pPr>
              <a:lnSpc>
                <a:spcPct val="100000"/>
              </a:lnSpc>
              <a:defRPr sz="2000"/>
            </a:lvl1pPr>
            <a:lvl2pPr>
              <a:lnSpc>
                <a:spcPct val="100000"/>
              </a:lnSpc>
              <a:defRPr sz="2000">
                <a:latin typeface="+mn-lt"/>
              </a:defRPr>
            </a:lvl2pPr>
            <a:lvl3pPr>
              <a:lnSpc>
                <a:spcPct val="100000"/>
              </a:lnSpc>
              <a:defRPr sz="2000">
                <a:latin typeface="+mn-lt"/>
              </a:defRPr>
            </a:lvl3pPr>
            <a:lvl4pPr>
              <a:lnSpc>
                <a:spcPct val="100000"/>
              </a:lnSpc>
              <a:defRPr sz="2000">
                <a:latin typeface="+mn-lt"/>
              </a:defRPr>
            </a:lvl4pPr>
            <a:lvl5pPr>
              <a:lnSpc>
                <a:spcPct val="100000"/>
              </a:lnSpc>
              <a:defRPr sz="2000">
                <a:latin typeface="+mn-lt"/>
              </a:defRPr>
            </a:lvl5pPr>
          </a:lstStyle>
          <a:p>
            <a:pPr lvl="0"/>
            <a:r>
              <a:rPr lang="nn-NO" noProof="0"/>
              <a:t>Rediger tekststiler i malen</a:t>
            </a:r>
          </a:p>
          <a:p>
            <a:pPr lvl="1"/>
            <a:r>
              <a:rPr lang="nn-NO" noProof="0"/>
              <a:t>Andre nivå</a:t>
            </a:r>
          </a:p>
          <a:p>
            <a:pPr lvl="2"/>
            <a:r>
              <a:rPr lang="nn-NO" noProof="0"/>
              <a:t>Tredje nivå</a:t>
            </a:r>
          </a:p>
          <a:p>
            <a:pPr lvl="3"/>
            <a:r>
              <a:rPr lang="nn-NO" noProof="0"/>
              <a:t>Fjerde nivå</a:t>
            </a:r>
          </a:p>
          <a:p>
            <a:pPr lvl="4"/>
            <a:r>
              <a:rPr lang="nn-NO" noProof="0"/>
              <a:t>Femte nivå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FDCA8A7-DBDC-4932-9E8D-FAD81293B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13" y="4122382"/>
            <a:ext cx="12192000" cy="2756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A74FB5AA-5B3A-4EAD-9213-63995A70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5861462" y="3846666"/>
            <a:ext cx="477292" cy="47729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>
              <a:solidFill>
                <a:schemeClr val="bg1"/>
              </a:solidFill>
            </a:endParaRPr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DEA17B9E-ECD2-45D7-82A4-A62B8458CE5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9976" y="4983503"/>
            <a:ext cx="10926000" cy="968375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nn-NO" noProof="0" dirty="0"/>
              <a:t>Klikk for å redigere tekststiler i malen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/>
          </a:p>
        </p:txBody>
      </p:sp>
      <p:grpSp>
        <p:nvGrpSpPr>
          <p:cNvPr id="4" name="Gruppe 3">
            <a:extLst>
              <a:ext uri="{FF2B5EF4-FFF2-40B4-BE49-F238E27FC236}">
                <a16:creationId xmlns:a16="http://schemas.microsoft.com/office/drawing/2014/main" id="{ECE806AD-7620-EEF0-C85C-B26793F805A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D5325EE-9339-E045-F837-27FDDF22D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78A6391A-C194-F00A-A4D7-8EA4B6733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33061792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spalte blå fokusfelt med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/>
          <a:lstStyle>
            <a:lvl1pPr algn="l">
              <a:defRPr/>
            </a:lvl1pPr>
          </a:lstStyle>
          <a:p>
            <a:r>
              <a:rPr lang="nn-NO" noProof="0"/>
              <a:t>Klikk for å redigere tittelstil</a:t>
            </a: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BFDCA8A7-DBDC-4932-9E8D-FAD81293B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913" y="4105405"/>
            <a:ext cx="12192000" cy="27566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/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A74FB5AA-5B3A-4EAD-9213-63995A700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643593" y="3888097"/>
            <a:ext cx="369974" cy="3699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>
              <a:solidFill>
                <a:schemeClr val="bg1"/>
              </a:solidFill>
            </a:endParaRPr>
          </a:p>
        </p:txBody>
      </p:sp>
      <p:sp>
        <p:nvSpPr>
          <p:cNvPr id="17" name="Rektangel 16">
            <a:extLst>
              <a:ext uri="{FF2B5EF4-FFF2-40B4-BE49-F238E27FC236}">
                <a16:creationId xmlns:a16="http://schemas.microsoft.com/office/drawing/2014/main" id="{B68D5E61-E5AF-43DC-B206-BFB779BED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4444547" y="3896367"/>
            <a:ext cx="369974" cy="3699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>
              <a:solidFill>
                <a:schemeClr val="bg1"/>
              </a:solidFill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0D7F5611-50E6-4A28-94F1-718920A51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7245501" y="3888096"/>
            <a:ext cx="369974" cy="3699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>
              <a:solidFill>
                <a:schemeClr val="bg1"/>
              </a:solidFill>
            </a:endParaRPr>
          </a:p>
        </p:txBody>
      </p:sp>
      <p:sp>
        <p:nvSpPr>
          <p:cNvPr id="20" name="Rektangel 19">
            <a:extLst>
              <a:ext uri="{FF2B5EF4-FFF2-40B4-BE49-F238E27FC236}">
                <a16:creationId xmlns:a16="http://schemas.microsoft.com/office/drawing/2014/main" id="{A115F517-474C-417F-A9C9-1BBC803137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700000">
            <a:off x="10046456" y="3905323"/>
            <a:ext cx="369974" cy="3699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nb-NO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nn-NO" noProof="0">
              <a:solidFill>
                <a:schemeClr val="bg1"/>
              </a:solidFill>
            </a:endParaRPr>
          </a:p>
        </p:txBody>
      </p:sp>
      <p:sp>
        <p:nvSpPr>
          <p:cNvPr id="40" name="Plassholder for bilde 39">
            <a:extLst>
              <a:ext uri="{FF2B5EF4-FFF2-40B4-BE49-F238E27FC236}">
                <a16:creationId xmlns:a16="http://schemas.microsoft.com/office/drawing/2014/main" id="{7D7A7C5E-3A34-458C-A73F-708C592BAC3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9800" y="1649783"/>
            <a:ext cx="1909763" cy="2205943"/>
          </a:xfrm>
          <a:custGeom>
            <a:avLst/>
            <a:gdLst>
              <a:gd name="connsiteX0" fmla="*/ 954991 w 1909763"/>
              <a:gd name="connsiteY0" fmla="*/ 0 h 2205943"/>
              <a:gd name="connsiteX1" fmla="*/ 1909763 w 1909763"/>
              <a:gd name="connsiteY1" fmla="*/ 551271 h 2205943"/>
              <a:gd name="connsiteX2" fmla="*/ 1909763 w 1909763"/>
              <a:gd name="connsiteY2" fmla="*/ 1654672 h 2205943"/>
              <a:gd name="connsiteX3" fmla="*/ 954991 w 1909763"/>
              <a:gd name="connsiteY3" fmla="*/ 2205943 h 2205943"/>
              <a:gd name="connsiteX4" fmla="*/ 0 w 1909763"/>
              <a:gd name="connsiteY4" fmla="*/ 1654545 h 2205943"/>
              <a:gd name="connsiteX5" fmla="*/ 0 w 1909763"/>
              <a:gd name="connsiteY5" fmla="*/ 551398 h 220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9763" h="2205943">
                <a:moveTo>
                  <a:pt x="954991" y="0"/>
                </a:moveTo>
                <a:lnTo>
                  <a:pt x="1909763" y="551271"/>
                </a:lnTo>
                <a:lnTo>
                  <a:pt x="1909763" y="1654672"/>
                </a:lnTo>
                <a:lnTo>
                  <a:pt x="954991" y="2205943"/>
                </a:lnTo>
                <a:lnTo>
                  <a:pt x="0" y="1654545"/>
                </a:lnTo>
                <a:lnTo>
                  <a:pt x="0" y="55139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nn-NO" noProof="0"/>
          </a:p>
        </p:txBody>
      </p:sp>
      <p:sp>
        <p:nvSpPr>
          <p:cNvPr id="7" name="Plassholder for tekst 6">
            <a:extLst>
              <a:ext uri="{FF2B5EF4-FFF2-40B4-BE49-F238E27FC236}">
                <a16:creationId xmlns:a16="http://schemas.microsoft.com/office/drawing/2014/main" id="{DEA17B9E-ECD2-45D7-82A4-A62B8458C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9580" y="4479707"/>
            <a:ext cx="1778000" cy="181280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44" name="Plassholder for bilde 43">
            <a:extLst>
              <a:ext uri="{FF2B5EF4-FFF2-40B4-BE49-F238E27FC236}">
                <a16:creationId xmlns:a16="http://schemas.microsoft.com/office/drawing/2014/main" id="{9CDF4A43-B8E9-4386-A812-A9A066727D5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27767" y="1649783"/>
            <a:ext cx="1909763" cy="2205943"/>
          </a:xfrm>
          <a:custGeom>
            <a:avLst/>
            <a:gdLst>
              <a:gd name="connsiteX0" fmla="*/ 954991 w 1909763"/>
              <a:gd name="connsiteY0" fmla="*/ 0 h 2205943"/>
              <a:gd name="connsiteX1" fmla="*/ 1909763 w 1909763"/>
              <a:gd name="connsiteY1" fmla="*/ 551271 h 2205943"/>
              <a:gd name="connsiteX2" fmla="*/ 1909763 w 1909763"/>
              <a:gd name="connsiteY2" fmla="*/ 1654672 h 2205943"/>
              <a:gd name="connsiteX3" fmla="*/ 954991 w 1909763"/>
              <a:gd name="connsiteY3" fmla="*/ 2205943 h 2205943"/>
              <a:gd name="connsiteX4" fmla="*/ 0 w 1909763"/>
              <a:gd name="connsiteY4" fmla="*/ 1654545 h 2205943"/>
              <a:gd name="connsiteX5" fmla="*/ 0 w 1909763"/>
              <a:gd name="connsiteY5" fmla="*/ 551398 h 220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9763" h="2205943">
                <a:moveTo>
                  <a:pt x="954991" y="0"/>
                </a:moveTo>
                <a:lnTo>
                  <a:pt x="1909763" y="551271"/>
                </a:lnTo>
                <a:lnTo>
                  <a:pt x="1909763" y="1654672"/>
                </a:lnTo>
                <a:lnTo>
                  <a:pt x="954991" y="2205943"/>
                </a:lnTo>
                <a:lnTo>
                  <a:pt x="0" y="1654545"/>
                </a:lnTo>
                <a:lnTo>
                  <a:pt x="0" y="55139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nn-NO" noProof="0"/>
          </a:p>
        </p:txBody>
      </p:sp>
      <p:sp>
        <p:nvSpPr>
          <p:cNvPr id="28" name="Plassholder for tekst 6">
            <a:extLst>
              <a:ext uri="{FF2B5EF4-FFF2-40B4-BE49-F238E27FC236}">
                <a16:creationId xmlns:a16="http://schemas.microsoft.com/office/drawing/2014/main" id="{8D4577E7-545F-4371-889F-E62555D80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581" y="4479707"/>
            <a:ext cx="1778000" cy="181280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46" name="Plassholder for bilde 45">
            <a:extLst>
              <a:ext uri="{FF2B5EF4-FFF2-40B4-BE49-F238E27FC236}">
                <a16:creationId xmlns:a16="http://schemas.microsoft.com/office/drawing/2014/main" id="{1C6D9DE1-376B-4CB9-8944-F653863404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15734" y="1649783"/>
            <a:ext cx="1909763" cy="2205943"/>
          </a:xfrm>
          <a:custGeom>
            <a:avLst/>
            <a:gdLst>
              <a:gd name="connsiteX0" fmla="*/ 954991 w 1909763"/>
              <a:gd name="connsiteY0" fmla="*/ 0 h 2205943"/>
              <a:gd name="connsiteX1" fmla="*/ 1909763 w 1909763"/>
              <a:gd name="connsiteY1" fmla="*/ 551271 h 2205943"/>
              <a:gd name="connsiteX2" fmla="*/ 1909763 w 1909763"/>
              <a:gd name="connsiteY2" fmla="*/ 1654672 h 2205943"/>
              <a:gd name="connsiteX3" fmla="*/ 954991 w 1909763"/>
              <a:gd name="connsiteY3" fmla="*/ 2205943 h 2205943"/>
              <a:gd name="connsiteX4" fmla="*/ 0 w 1909763"/>
              <a:gd name="connsiteY4" fmla="*/ 1654545 h 2205943"/>
              <a:gd name="connsiteX5" fmla="*/ 0 w 1909763"/>
              <a:gd name="connsiteY5" fmla="*/ 551398 h 220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9763" h="2205943">
                <a:moveTo>
                  <a:pt x="954991" y="0"/>
                </a:moveTo>
                <a:lnTo>
                  <a:pt x="1909763" y="551271"/>
                </a:lnTo>
                <a:lnTo>
                  <a:pt x="1909763" y="1654672"/>
                </a:lnTo>
                <a:lnTo>
                  <a:pt x="954991" y="2205943"/>
                </a:lnTo>
                <a:lnTo>
                  <a:pt x="0" y="1654545"/>
                </a:lnTo>
                <a:lnTo>
                  <a:pt x="0" y="55139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nn-NO" noProof="0"/>
          </a:p>
        </p:txBody>
      </p:sp>
      <p:sp>
        <p:nvSpPr>
          <p:cNvPr id="27" name="Plassholder for tekst 6">
            <a:extLst>
              <a:ext uri="{FF2B5EF4-FFF2-40B4-BE49-F238E27FC236}">
                <a16:creationId xmlns:a16="http://schemas.microsoft.com/office/drawing/2014/main" id="{25A29E50-E978-44FE-8CEB-F196D7730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9582" y="4479707"/>
            <a:ext cx="1778000" cy="181280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45" name="Plassholder for bilde 44">
            <a:extLst>
              <a:ext uri="{FF2B5EF4-FFF2-40B4-BE49-F238E27FC236}">
                <a16:creationId xmlns:a16="http://schemas.microsoft.com/office/drawing/2014/main" id="{5B1351DB-1584-4322-AD1D-2DA93870A3F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303700" y="1649783"/>
            <a:ext cx="1909763" cy="2205943"/>
          </a:xfrm>
          <a:custGeom>
            <a:avLst/>
            <a:gdLst>
              <a:gd name="connsiteX0" fmla="*/ 954991 w 1909763"/>
              <a:gd name="connsiteY0" fmla="*/ 0 h 2205943"/>
              <a:gd name="connsiteX1" fmla="*/ 1909763 w 1909763"/>
              <a:gd name="connsiteY1" fmla="*/ 551271 h 2205943"/>
              <a:gd name="connsiteX2" fmla="*/ 1909763 w 1909763"/>
              <a:gd name="connsiteY2" fmla="*/ 1654672 h 2205943"/>
              <a:gd name="connsiteX3" fmla="*/ 954991 w 1909763"/>
              <a:gd name="connsiteY3" fmla="*/ 2205943 h 2205943"/>
              <a:gd name="connsiteX4" fmla="*/ 0 w 1909763"/>
              <a:gd name="connsiteY4" fmla="*/ 1654545 h 2205943"/>
              <a:gd name="connsiteX5" fmla="*/ 0 w 1909763"/>
              <a:gd name="connsiteY5" fmla="*/ 551398 h 2205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09763" h="2205943">
                <a:moveTo>
                  <a:pt x="954991" y="0"/>
                </a:moveTo>
                <a:lnTo>
                  <a:pt x="1909763" y="551271"/>
                </a:lnTo>
                <a:lnTo>
                  <a:pt x="1909763" y="1654672"/>
                </a:lnTo>
                <a:lnTo>
                  <a:pt x="954991" y="2205943"/>
                </a:lnTo>
                <a:lnTo>
                  <a:pt x="0" y="1654545"/>
                </a:lnTo>
                <a:lnTo>
                  <a:pt x="0" y="55139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1600"/>
            </a:lvl1pPr>
          </a:lstStyle>
          <a:p>
            <a:endParaRPr lang="nn-NO" noProof="0"/>
          </a:p>
        </p:txBody>
      </p:sp>
      <p:sp>
        <p:nvSpPr>
          <p:cNvPr id="29" name="Plassholder for tekst 6">
            <a:extLst>
              <a:ext uri="{FF2B5EF4-FFF2-40B4-BE49-F238E27FC236}">
                <a16:creationId xmlns:a16="http://schemas.microsoft.com/office/drawing/2014/main" id="{D9A6870C-C704-4753-A1A9-A166E0536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69582" y="4479707"/>
            <a:ext cx="1778000" cy="181280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nn-NO" noProof="0"/>
              <a:t>Klikk for å redigere tekststiler i malen</a:t>
            </a:r>
          </a:p>
        </p:txBody>
      </p:sp>
      <p:sp>
        <p:nvSpPr>
          <p:cNvPr id="11" name="Plassholder for lysbildenummer 5">
            <a:extLst>
              <a:ext uri="{FF2B5EF4-FFF2-40B4-BE49-F238E27FC236}">
                <a16:creationId xmlns:a16="http://schemas.microsoft.com/office/drawing/2014/main" id="{029FCA96-7E64-4B52-BBBB-D3C861225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/>
        </p:nvSpPr>
        <p:spPr>
          <a:xfrm>
            <a:off x="11738087" y="6400069"/>
            <a:ext cx="450000" cy="4500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nb-NO"/>
            </a:defPPr>
            <a:lvl1pPr marL="0" algn="ctr" defTabSz="914400" rtl="0" eaLnBrk="1" latinLnBrk="0" hangingPunct="1">
              <a:defRPr sz="1000" b="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BEE4E4-E047-6A49-BCB9-4D06E7BA237B}" type="slidenum">
              <a:rPr lang="nn-NO" noProof="0" smtClean="0">
                <a:solidFill>
                  <a:schemeClr val="bg1"/>
                </a:solidFill>
              </a:rPr>
              <a:pPr/>
              <a:t>‹#›</a:t>
            </a:fld>
            <a:endParaRPr lang="nn-NO" noProof="0" dirty="0">
              <a:solidFill>
                <a:schemeClr val="bg1"/>
              </a:solidFill>
            </a:endParaRPr>
          </a:p>
        </p:txBody>
      </p:sp>
      <p:grpSp>
        <p:nvGrpSpPr>
          <p:cNvPr id="3" name="Gruppe 2">
            <a:extLst>
              <a:ext uri="{FF2B5EF4-FFF2-40B4-BE49-F238E27FC236}">
                <a16:creationId xmlns:a16="http://schemas.microsoft.com/office/drawing/2014/main" id="{E10ED89C-E243-9E89-F76B-E5912F48C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454FFBD-A3B8-1359-0239-0FD9E53A7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09A0D1C-F152-046C-DC06-6F8EFE636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28917562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e 1">
            <a:extLst>
              <a:ext uri="{FF2B5EF4-FFF2-40B4-BE49-F238E27FC236}">
                <a16:creationId xmlns:a16="http://schemas.microsoft.com/office/drawing/2014/main" id="{72766105-A1CB-8650-7E46-EB4287880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9820" y="6504062"/>
            <a:ext cx="250360" cy="218504"/>
            <a:chOff x="5122863" y="2579688"/>
            <a:chExt cx="1946276" cy="169862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8B387047-9D01-646B-04B2-D935DB7A4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E6992708-2291-3917-C286-4AD120A1F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</p:spTree>
    <p:extLst>
      <p:ext uri="{BB962C8B-B14F-4D97-AF65-F5344CB8AC3E}">
        <p14:creationId xmlns:p14="http://schemas.microsoft.com/office/powerpoint/2010/main" val="982758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s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ssholder for bilde 6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n-NO" noProof="0"/>
              <a:t>Klikk ikonet for å legge til et bilde</a:t>
            </a:r>
          </a:p>
        </p:txBody>
      </p:sp>
    </p:spTree>
    <p:extLst>
      <p:ext uri="{BB962C8B-B14F-4D97-AF65-F5344CB8AC3E}">
        <p14:creationId xmlns:p14="http://schemas.microsoft.com/office/powerpoint/2010/main" val="1339673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sside ly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774141" y="1039515"/>
            <a:ext cx="4643718" cy="4052830"/>
            <a:chOff x="5122863" y="2579688"/>
            <a:chExt cx="1946276" cy="1698625"/>
          </a:xfrm>
          <a:solidFill>
            <a:srgbClr val="00AFBA"/>
          </a:solidFill>
        </p:grpSpPr>
        <p:sp>
          <p:nvSpPr>
            <p:cNvPr id="4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8" name="Tittel 1"/>
          <p:cNvSpPr>
            <a:spLocks noGrp="1"/>
          </p:cNvSpPr>
          <p:nvPr>
            <p:ph type="ctrTitle"/>
          </p:nvPr>
        </p:nvSpPr>
        <p:spPr>
          <a:xfrm>
            <a:off x="2856000" y="5755342"/>
            <a:ext cx="6480000" cy="360000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100000"/>
              </a:lnSpc>
              <a:defRPr sz="2800" b="0">
                <a:solidFill>
                  <a:schemeClr val="tx2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74426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slutningsside mø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3774141" y="1039515"/>
            <a:ext cx="4643718" cy="4052830"/>
            <a:chOff x="5122863" y="2579688"/>
            <a:chExt cx="1946276" cy="1698625"/>
          </a:xfrm>
          <a:solidFill>
            <a:srgbClr val="00AFBA"/>
          </a:solidFill>
        </p:grpSpPr>
        <p:sp>
          <p:nvSpPr>
            <p:cNvPr id="4" name="Freeform 5"/>
            <p:cNvSpPr>
              <a:spLocks/>
            </p:cNvSpPr>
            <p:nvPr/>
          </p:nvSpPr>
          <p:spPr bwMode="auto">
            <a:xfrm>
              <a:off x="5122863" y="2579688"/>
              <a:ext cx="554038" cy="747713"/>
            </a:xfrm>
            <a:custGeom>
              <a:avLst/>
              <a:gdLst>
                <a:gd name="T0" fmla="*/ 164 w 349"/>
                <a:gd name="T1" fmla="*/ 0 h 471"/>
                <a:gd name="T2" fmla="*/ 0 w 349"/>
                <a:gd name="T3" fmla="*/ 0 h 471"/>
                <a:gd name="T4" fmla="*/ 271 w 349"/>
                <a:gd name="T5" fmla="*/ 471 h 471"/>
                <a:gd name="T6" fmla="*/ 349 w 349"/>
                <a:gd name="T7" fmla="*/ 328 h 471"/>
                <a:gd name="T8" fmla="*/ 164 w 349"/>
                <a:gd name="T9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9" h="471">
                  <a:moveTo>
                    <a:pt x="164" y="0"/>
                  </a:moveTo>
                  <a:lnTo>
                    <a:pt x="0" y="0"/>
                  </a:lnTo>
                  <a:lnTo>
                    <a:pt x="271" y="471"/>
                  </a:lnTo>
                  <a:lnTo>
                    <a:pt x="349" y="328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5756276" y="2579688"/>
              <a:ext cx="1312863" cy="1698625"/>
            </a:xfrm>
            <a:custGeom>
              <a:avLst/>
              <a:gdLst>
                <a:gd name="T0" fmla="*/ 406 w 827"/>
                <a:gd name="T1" fmla="*/ 0 h 1070"/>
                <a:gd name="T2" fmla="*/ 86 w 827"/>
                <a:gd name="T3" fmla="*/ 564 h 1070"/>
                <a:gd name="T4" fmla="*/ 0 w 827"/>
                <a:gd name="T5" fmla="*/ 699 h 1070"/>
                <a:gd name="T6" fmla="*/ 214 w 827"/>
                <a:gd name="T7" fmla="*/ 1070 h 1070"/>
                <a:gd name="T8" fmla="*/ 827 w 827"/>
                <a:gd name="T9" fmla="*/ 0 h 1070"/>
                <a:gd name="T10" fmla="*/ 406 w 827"/>
                <a:gd name="T11" fmla="*/ 0 h 10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27" h="1070">
                  <a:moveTo>
                    <a:pt x="406" y="0"/>
                  </a:moveTo>
                  <a:lnTo>
                    <a:pt x="86" y="564"/>
                  </a:lnTo>
                  <a:lnTo>
                    <a:pt x="0" y="699"/>
                  </a:lnTo>
                  <a:lnTo>
                    <a:pt x="214" y="1070"/>
                  </a:lnTo>
                  <a:lnTo>
                    <a:pt x="827" y="0"/>
                  </a:lnTo>
                  <a:lnTo>
                    <a:pt x="40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nn-NO" noProof="0"/>
            </a:p>
          </p:txBody>
        </p:sp>
      </p:grpSp>
      <p:sp>
        <p:nvSpPr>
          <p:cNvPr id="8" name="Tittel 1"/>
          <p:cNvSpPr>
            <a:spLocks noGrp="1"/>
          </p:cNvSpPr>
          <p:nvPr>
            <p:ph type="ctrTitle"/>
          </p:nvPr>
        </p:nvSpPr>
        <p:spPr>
          <a:xfrm>
            <a:off x="2856000" y="5755342"/>
            <a:ext cx="6480000" cy="360000"/>
          </a:xfrm>
        </p:spPr>
        <p:txBody>
          <a:bodyPr lIns="0" tIns="0" rIns="0" bIns="0" anchor="b">
            <a:normAutofit/>
          </a:bodyPr>
          <a:lstStyle>
            <a:lvl1pPr algn="ctr">
              <a:lnSpc>
                <a:spcPct val="100000"/>
              </a:lnSpc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nn-NO" noProof="0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1822056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Skilleside mørk - to liggende bilder og teks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809426" y="504093"/>
            <a:ext cx="5760000" cy="5339862"/>
          </a:xfrm>
        </p:spPr>
        <p:txBody>
          <a:bodyPr lIns="0" tIns="0" rIns="0" bIns="0" anchor="ctr">
            <a:norm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5" name="Plassholder for bilde 8"/>
          <p:cNvSpPr>
            <a:spLocks noGrp="1"/>
          </p:cNvSpPr>
          <p:nvPr>
            <p:ph type="pic" sz="quarter" idx="12"/>
          </p:nvPr>
        </p:nvSpPr>
        <p:spPr>
          <a:xfrm>
            <a:off x="7152000" y="5495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/>
              <a:t>Klikk ikonet for å legge til et bilde</a:t>
            </a:r>
          </a:p>
        </p:txBody>
      </p:sp>
      <p:sp>
        <p:nvSpPr>
          <p:cNvPr id="12" name="Plassholder for bilde 8"/>
          <p:cNvSpPr>
            <a:spLocks noGrp="1"/>
          </p:cNvSpPr>
          <p:nvPr>
            <p:ph type="pic" sz="quarter" idx="13"/>
          </p:nvPr>
        </p:nvSpPr>
        <p:spPr>
          <a:xfrm>
            <a:off x="7152000" y="3468783"/>
            <a:ext cx="5040000" cy="3384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nb-NO"/>
              <a:t>Klikk ikonet for å legge til et bilde</a:t>
            </a:r>
          </a:p>
        </p:txBody>
      </p:sp>
    </p:spTree>
    <p:extLst>
      <p:ext uri="{BB962C8B-B14F-4D97-AF65-F5344CB8AC3E}">
        <p14:creationId xmlns:p14="http://schemas.microsoft.com/office/powerpoint/2010/main" val="2530130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826102" y="0"/>
            <a:ext cx="10926000" cy="1350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nn-NO" noProof="0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826101" y="1350000"/>
            <a:ext cx="10926001" cy="50560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n-NO" noProof="0" dirty="0"/>
              <a:t>Klikk for å redigere tekststiler i malen</a:t>
            </a:r>
          </a:p>
          <a:p>
            <a:pPr lvl="1"/>
            <a:r>
              <a:rPr lang="nn-NO" noProof="0" dirty="0"/>
              <a:t>Andre nivå</a:t>
            </a:r>
          </a:p>
          <a:p>
            <a:pPr lvl="2"/>
            <a:r>
              <a:rPr lang="nn-NO" noProof="0" dirty="0"/>
              <a:t>Tredje nivå</a:t>
            </a:r>
          </a:p>
          <a:p>
            <a:pPr lvl="3"/>
            <a:r>
              <a:rPr lang="nn-NO" noProof="0" dirty="0"/>
              <a:t>Fjerde nivå</a:t>
            </a:r>
          </a:p>
          <a:p>
            <a:pPr lvl="4"/>
            <a:r>
              <a:rPr lang="nn-NO" noProof="0" dirty="0"/>
              <a:t>Femte nivå</a:t>
            </a:r>
          </a:p>
        </p:txBody>
      </p:sp>
      <p:sp>
        <p:nvSpPr>
          <p:cNvPr id="16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811950" y="6408000"/>
            <a:ext cx="10715327" cy="45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l">
              <a:defRPr sz="1000">
                <a:solidFill>
                  <a:srgbClr val="737373"/>
                </a:solidFill>
                <a:latin typeface="+mj-lt"/>
              </a:defRPr>
            </a:lvl1pPr>
          </a:lstStyle>
          <a:p>
            <a:endParaRPr lang="nn-NO" dirty="0"/>
          </a:p>
        </p:txBody>
      </p:sp>
      <p:sp>
        <p:nvSpPr>
          <p:cNvPr id="17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11738087" y="6406054"/>
            <a:ext cx="450000" cy="4500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1000" b="0">
                <a:solidFill>
                  <a:srgbClr val="757575"/>
                </a:solidFill>
                <a:latin typeface="+mn-lt"/>
              </a:defRPr>
            </a:lvl1pPr>
          </a:lstStyle>
          <a:p>
            <a:fld id="{D0BEE4E4-E047-6A49-BCB9-4D06E7BA237B}" type="slidenum">
              <a:rPr lang="nn-NO" smtClean="0"/>
              <a:pPr/>
              <a:t>‹#›</a:t>
            </a:fld>
            <a:endParaRPr lang="nn-NO"/>
          </a:p>
        </p:txBody>
      </p:sp>
    </p:spTree>
    <p:extLst>
      <p:ext uri="{BB962C8B-B14F-4D97-AF65-F5344CB8AC3E}">
        <p14:creationId xmlns:p14="http://schemas.microsoft.com/office/powerpoint/2010/main" val="1377259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63" r:id="rId3"/>
    <p:sldLayoutId id="2147483674" r:id="rId4"/>
    <p:sldLayoutId id="2147483650" r:id="rId5"/>
    <p:sldLayoutId id="2147483681" r:id="rId6"/>
    <p:sldLayoutId id="2147483664" r:id="rId7"/>
    <p:sldLayoutId id="2147483680" r:id="rId8"/>
    <p:sldLayoutId id="2147483671" r:id="rId9"/>
    <p:sldLayoutId id="2147483667" r:id="rId10"/>
    <p:sldLayoutId id="2147483672" r:id="rId11"/>
    <p:sldLayoutId id="2147483670" r:id="rId12"/>
    <p:sldLayoutId id="2147483665" r:id="rId13"/>
    <p:sldLayoutId id="2147483682" r:id="rId14"/>
    <p:sldLayoutId id="2147483666" r:id="rId15"/>
    <p:sldLayoutId id="2147483683" r:id="rId16"/>
    <p:sldLayoutId id="2147483685" r:id="rId17"/>
    <p:sldLayoutId id="2147483679" r:id="rId18"/>
    <p:sldLayoutId id="2147483684" r:id="rId19"/>
    <p:sldLayoutId id="2147483655" r:id="rId20"/>
    <p:sldLayoutId id="2147483661" r:id="rId21"/>
    <p:sldLayoutId id="2147483668" r:id="rId22"/>
    <p:sldLayoutId id="2147483675" r:id="rId23"/>
    <p:sldLayoutId id="2147483686" r:id="rId2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.AppleSystemUIFont" charset="-120"/>
        <a:buChar char="›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.AppleSystemUIFont" charset="-120"/>
        <a:buChar char="›"/>
        <a:defRPr sz="2400" kern="1200">
          <a:solidFill>
            <a:schemeClr val="tx2"/>
          </a:solidFill>
          <a:latin typeface="+mj-lt"/>
          <a:ea typeface="Georgia" charset="0"/>
          <a:cs typeface="Georgia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.AppleSystemUIFont" charset="-120"/>
        <a:buChar char="›"/>
        <a:defRPr sz="2400" kern="1200">
          <a:solidFill>
            <a:schemeClr val="tx2"/>
          </a:solidFill>
          <a:latin typeface="+mj-lt"/>
          <a:ea typeface="Georgia" charset="0"/>
          <a:cs typeface="Georgia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.AppleSystemUIFont" charset="-120"/>
        <a:buChar char="›"/>
        <a:defRPr sz="2400" kern="1200">
          <a:solidFill>
            <a:schemeClr val="tx2"/>
          </a:solidFill>
          <a:latin typeface="+mj-lt"/>
          <a:ea typeface="Georgia" charset="0"/>
          <a:cs typeface="Georgia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.AppleSystemUIFont" charset="-120"/>
        <a:buChar char="›"/>
        <a:defRPr sz="2400" kern="1200">
          <a:solidFill>
            <a:schemeClr val="tx2"/>
          </a:solidFill>
          <a:latin typeface="+mj-lt"/>
          <a:ea typeface="Georgia" charset="0"/>
          <a:cs typeface="Georgi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88E5633-77E3-A0A9-989F-B2FFB268E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9426" y="1879389"/>
            <a:ext cx="5760000" cy="1258529"/>
          </a:xfrm>
        </p:spPr>
        <p:txBody>
          <a:bodyPr anchor="b">
            <a:normAutofit/>
          </a:bodyPr>
          <a:lstStyle/>
          <a:p>
            <a:r>
              <a:rPr lang="en-GB" dirty="0"/>
              <a:t>Welcome to Western Norway University of Applied Sciences!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AF9DF21-62C3-F2B4-D27C-22EC9D87B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426" y="3703967"/>
            <a:ext cx="5760000" cy="1051200"/>
          </a:xfrm>
        </p:spPr>
        <p:txBody>
          <a:bodyPr>
            <a:normAutofit/>
          </a:bodyPr>
          <a:lstStyle/>
          <a:p>
            <a:r>
              <a:rPr lang="en-GB" dirty="0"/>
              <a:t>Petter Haugereid</a:t>
            </a:r>
          </a:p>
          <a:p>
            <a:endParaRPr lang="en-GB" dirty="0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7B267A86-B571-A29D-F811-FDF303AA24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29" b="25429"/>
          <a:stretch>
            <a:fillRect/>
          </a:stretch>
        </p:blipFill>
        <p:spPr>
          <a:xfrm>
            <a:off x="7152000" y="5495"/>
            <a:ext cx="5040000" cy="3384000"/>
          </a:xfrm>
          <a:prstGeom prst="rect">
            <a:avLst/>
          </a:prstGeom>
          <a:noFill/>
        </p:spPr>
      </p:pic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16D9C04-E947-7C1D-F05B-202B9B1B7B2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2000" y="3468783"/>
            <a:ext cx="5040000" cy="3384000"/>
          </a:xfrm>
        </p:spPr>
        <p:txBody>
          <a:bodyPr/>
          <a:lstStyle/>
          <a:p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2358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>
            <a:extLst>
              <a:ext uri="{FF2B5EF4-FFF2-40B4-BE49-F238E27FC236}">
                <a16:creationId xmlns:a16="http://schemas.microsoft.com/office/drawing/2014/main" id="{EA368BAD-811E-4E99-BBF8-CDE07A1E8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3112"/>
            <a:ext cx="12192000" cy="6858001"/>
          </a:xfrm>
          <a:prstGeom prst="rect">
            <a:avLst/>
          </a:prstGeom>
        </p:spPr>
      </p:pic>
      <p:pic>
        <p:nvPicPr>
          <p:cNvPr id="4" name="Bilde 3">
            <a:extLst>
              <a:ext uri="{FF2B5EF4-FFF2-40B4-BE49-F238E27FC236}">
                <a16:creationId xmlns:a16="http://schemas.microsoft.com/office/drawing/2014/main" id="{03302910-57D7-4A51-B8A9-9576D5F4E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36766" y="1270873"/>
            <a:ext cx="2887526" cy="1380105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57B37FC1-288B-4F67-8246-12B2EE250476}"/>
              </a:ext>
            </a:extLst>
          </p:cNvPr>
          <p:cNvSpPr txBox="1"/>
          <p:nvPr/>
        </p:nvSpPr>
        <p:spPr>
          <a:xfrm>
            <a:off x="6786924" y="2543578"/>
            <a:ext cx="297751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noProof="0" dirty="0">
                <a:solidFill>
                  <a:schemeClr val="tx2"/>
                </a:solidFill>
              </a:rPr>
              <a:t>  720</a:t>
            </a:r>
            <a:r>
              <a:rPr lang="en-GB" sz="2000" noProof="0" dirty="0">
                <a:solidFill>
                  <a:schemeClr val="accent3"/>
                </a:solidFill>
              </a:rPr>
              <a:t> | </a:t>
            </a:r>
            <a:r>
              <a:rPr lang="en-GB" sz="2800" noProof="0" dirty="0">
                <a:solidFill>
                  <a:schemeClr val="tx2"/>
                </a:solidFill>
              </a:rPr>
              <a:t>90</a:t>
            </a: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8A9D45D7-6105-4B35-BD5E-7B25323C4F1E}"/>
              </a:ext>
            </a:extLst>
          </p:cNvPr>
          <p:cNvSpPr txBox="1"/>
          <p:nvPr/>
        </p:nvSpPr>
        <p:spPr>
          <a:xfrm>
            <a:off x="6786661" y="3027921"/>
            <a:ext cx="36035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noProof="0" dirty="0">
                <a:solidFill>
                  <a:schemeClr val="tx2"/>
                </a:solidFill>
              </a:rPr>
              <a:t>2330</a:t>
            </a:r>
            <a:r>
              <a:rPr lang="en-GB" sz="2000" noProof="0" dirty="0">
                <a:solidFill>
                  <a:schemeClr val="accent3"/>
                </a:solidFill>
              </a:rPr>
              <a:t> | </a:t>
            </a:r>
            <a:r>
              <a:rPr lang="en-GB" sz="2800" noProof="0" dirty="0">
                <a:solidFill>
                  <a:schemeClr val="tx2"/>
                </a:solidFill>
              </a:rPr>
              <a:t>324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D41A2D35-9B5A-4DDE-A9DF-AC9346051F45}"/>
              </a:ext>
            </a:extLst>
          </p:cNvPr>
          <p:cNvSpPr txBox="1"/>
          <p:nvPr/>
        </p:nvSpPr>
        <p:spPr>
          <a:xfrm>
            <a:off x="6494450" y="3525033"/>
            <a:ext cx="360353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noProof="0" dirty="0">
                <a:solidFill>
                  <a:schemeClr val="tx2"/>
                </a:solidFill>
              </a:rPr>
              <a:t>11 080</a:t>
            </a:r>
            <a:r>
              <a:rPr lang="en-GB" sz="2000" noProof="0" dirty="0">
                <a:solidFill>
                  <a:schemeClr val="accent3"/>
                </a:solidFill>
              </a:rPr>
              <a:t> | </a:t>
            </a:r>
            <a:r>
              <a:rPr lang="en-GB" sz="2800" noProof="0" dirty="0">
                <a:solidFill>
                  <a:schemeClr val="tx2"/>
                </a:solidFill>
              </a:rPr>
              <a:t>1099</a:t>
            </a: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3F5C046F-3D25-4394-BC2F-F3833AD5C5BB}"/>
              </a:ext>
            </a:extLst>
          </p:cNvPr>
          <p:cNvSpPr txBox="1"/>
          <p:nvPr/>
        </p:nvSpPr>
        <p:spPr>
          <a:xfrm>
            <a:off x="6809296" y="3999671"/>
            <a:ext cx="347896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noProof="0" dirty="0">
                <a:solidFill>
                  <a:schemeClr val="tx2"/>
                </a:solidFill>
              </a:rPr>
              <a:t>945</a:t>
            </a:r>
            <a:r>
              <a:rPr lang="en-GB" sz="2000" noProof="0" dirty="0">
                <a:solidFill>
                  <a:schemeClr val="accent3"/>
                </a:solidFill>
              </a:rPr>
              <a:t> | </a:t>
            </a:r>
            <a:r>
              <a:rPr lang="en-GB" sz="2800" noProof="0" dirty="0">
                <a:solidFill>
                  <a:schemeClr val="tx2"/>
                </a:solidFill>
              </a:rPr>
              <a:t>149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100DA73E-C927-45E6-98DA-1FEA5E666797}"/>
              </a:ext>
            </a:extLst>
          </p:cNvPr>
          <p:cNvSpPr txBox="1"/>
          <p:nvPr/>
        </p:nvSpPr>
        <p:spPr>
          <a:xfrm>
            <a:off x="6777951" y="4449268"/>
            <a:ext cx="3603528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noProof="0" dirty="0">
                <a:solidFill>
                  <a:schemeClr val="tx2"/>
                </a:solidFill>
              </a:rPr>
              <a:t>1775</a:t>
            </a:r>
            <a:r>
              <a:rPr lang="en-GB" sz="2000" noProof="0" dirty="0">
                <a:solidFill>
                  <a:schemeClr val="accent3"/>
                </a:solidFill>
              </a:rPr>
              <a:t> | </a:t>
            </a:r>
            <a:r>
              <a:rPr lang="en-GB" sz="2800" noProof="0" dirty="0">
                <a:solidFill>
                  <a:schemeClr val="tx2"/>
                </a:solidFill>
              </a:rPr>
              <a:t>170</a:t>
            </a:r>
          </a:p>
        </p:txBody>
      </p:sp>
      <p:pic>
        <p:nvPicPr>
          <p:cNvPr id="11" name="Bilde 10">
            <a:extLst>
              <a:ext uri="{FF2B5EF4-FFF2-40B4-BE49-F238E27FC236}">
                <a16:creationId xmlns:a16="http://schemas.microsoft.com/office/drawing/2014/main" id="{95695365-D347-414C-BB16-767C35293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989" y="2963246"/>
            <a:ext cx="2584270" cy="1639909"/>
          </a:xfrm>
          <a:prstGeom prst="rect">
            <a:avLst/>
          </a:prstGeom>
        </p:spPr>
      </p:pic>
      <p:pic>
        <p:nvPicPr>
          <p:cNvPr id="15" name="Bilde 14">
            <a:extLst>
              <a:ext uri="{FF2B5EF4-FFF2-40B4-BE49-F238E27FC236}">
                <a16:creationId xmlns:a16="http://schemas.microsoft.com/office/drawing/2014/main" id="{4FBFDA68-4979-4129-94B1-62CBD6DF9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98875" y="2987130"/>
            <a:ext cx="2274506" cy="1702737"/>
          </a:xfrm>
          <a:prstGeom prst="rect">
            <a:avLst/>
          </a:prstGeom>
        </p:spPr>
      </p:pic>
      <p:pic>
        <p:nvPicPr>
          <p:cNvPr id="21" name="Bilde 20">
            <a:extLst>
              <a:ext uri="{FF2B5EF4-FFF2-40B4-BE49-F238E27FC236}">
                <a16:creationId xmlns:a16="http://schemas.microsoft.com/office/drawing/2014/main" id="{2D3866F1-16EB-47A9-A30C-C72C9C89BC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1833" y="4923150"/>
            <a:ext cx="4182683" cy="1394227"/>
          </a:xfrm>
          <a:prstGeom prst="rect">
            <a:avLst/>
          </a:prstGeom>
        </p:spPr>
      </p:pic>
      <p:pic>
        <p:nvPicPr>
          <p:cNvPr id="23" name="Bilde 22">
            <a:extLst>
              <a:ext uri="{FF2B5EF4-FFF2-40B4-BE49-F238E27FC236}">
                <a16:creationId xmlns:a16="http://schemas.microsoft.com/office/drawing/2014/main" id="{6D1D049C-0A06-4FCF-BF55-1ADFC5F1F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41256" y="4603156"/>
            <a:ext cx="3153822" cy="2102547"/>
          </a:xfrm>
          <a:prstGeom prst="rect">
            <a:avLst/>
          </a:prstGeom>
        </p:spPr>
      </p:pic>
      <p:sp>
        <p:nvSpPr>
          <p:cNvPr id="14" name="TekstSylinder 13">
            <a:extLst>
              <a:ext uri="{FF2B5EF4-FFF2-40B4-BE49-F238E27FC236}">
                <a16:creationId xmlns:a16="http://schemas.microsoft.com/office/drawing/2014/main" id="{B06E7E0C-63D4-4081-AA06-2BDB323B9D54}"/>
              </a:ext>
            </a:extLst>
          </p:cNvPr>
          <p:cNvSpPr txBox="1"/>
          <p:nvPr/>
        </p:nvSpPr>
        <p:spPr>
          <a:xfrm>
            <a:off x="6482802" y="1770264"/>
            <a:ext cx="36594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noProof="0" dirty="0">
                <a:solidFill>
                  <a:schemeClr val="tx2"/>
                </a:solidFill>
              </a:rPr>
              <a:t>Students </a:t>
            </a:r>
            <a:r>
              <a:rPr lang="en-GB" noProof="0" dirty="0">
                <a:solidFill>
                  <a:schemeClr val="accent3"/>
                </a:solidFill>
              </a:rPr>
              <a:t>|</a:t>
            </a:r>
            <a:r>
              <a:rPr lang="en-GB" sz="2000" noProof="0" dirty="0">
                <a:solidFill>
                  <a:schemeClr val="tx2"/>
                </a:solidFill>
              </a:rPr>
              <a:t> Staff</a:t>
            </a:r>
          </a:p>
        </p:txBody>
      </p:sp>
      <p:cxnSp>
        <p:nvCxnSpPr>
          <p:cNvPr id="17" name="Rett linje 16">
            <a:extLst>
              <a:ext uri="{FF2B5EF4-FFF2-40B4-BE49-F238E27FC236}">
                <a16:creationId xmlns:a16="http://schemas.microsoft.com/office/drawing/2014/main" id="{3FA10568-AF0B-4CC1-B975-87CE44BDBA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201146" y="2849657"/>
            <a:ext cx="89929" cy="194592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8" name="Rett linje 17">
            <a:extLst>
              <a:ext uri="{FF2B5EF4-FFF2-40B4-BE49-F238E27FC236}">
                <a16:creationId xmlns:a16="http://schemas.microsoft.com/office/drawing/2014/main" id="{8AEA5307-BBB1-4113-BAAB-E7808279A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077146" y="3044249"/>
            <a:ext cx="2124000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" name="Rett linje 4">
            <a:extLst>
              <a:ext uri="{FF2B5EF4-FFF2-40B4-BE49-F238E27FC236}">
                <a16:creationId xmlns:a16="http://schemas.microsoft.com/office/drawing/2014/main" id="{49303BCD-082A-4D17-B8D0-5BB312D56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9683219" y="3061602"/>
            <a:ext cx="196791" cy="44381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AB80A3C1-A37A-4ABF-9460-F13A3E845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74329" y="3500541"/>
            <a:ext cx="280851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Rett linje 29">
            <a:extLst>
              <a:ext uri="{FF2B5EF4-FFF2-40B4-BE49-F238E27FC236}">
                <a16:creationId xmlns:a16="http://schemas.microsoft.com/office/drawing/2014/main" id="{FB01CDCA-27A3-484C-9C07-122713341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82493" y="3972927"/>
            <a:ext cx="1981199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Rett linje 31">
            <a:extLst>
              <a:ext uri="{FF2B5EF4-FFF2-40B4-BE49-F238E27FC236}">
                <a16:creationId xmlns:a16="http://schemas.microsoft.com/office/drawing/2014/main" id="{0522E89D-CC44-47E4-93BB-A05FFFDF0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82493" y="4478117"/>
            <a:ext cx="211856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4" name="Rett linje 33">
            <a:extLst>
              <a:ext uri="{FF2B5EF4-FFF2-40B4-BE49-F238E27FC236}">
                <a16:creationId xmlns:a16="http://schemas.microsoft.com/office/drawing/2014/main" id="{04532B1B-8377-492E-8DC6-4B504FE7B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82493" y="4923149"/>
            <a:ext cx="2118564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" name="TekstSylinder 1">
            <a:extLst>
              <a:ext uri="{FF2B5EF4-FFF2-40B4-BE49-F238E27FC236}">
                <a16:creationId xmlns:a16="http://schemas.microsoft.com/office/drawing/2014/main" id="{A98B1D57-F0F2-9862-F2EC-DCF381898389}"/>
              </a:ext>
            </a:extLst>
          </p:cNvPr>
          <p:cNvSpPr txBox="1"/>
          <p:nvPr/>
        </p:nvSpPr>
        <p:spPr>
          <a:xfrm>
            <a:off x="9412636" y="2510782"/>
            <a:ext cx="934747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noProof="0" dirty="0"/>
              <a:t>Førde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E884CD73-D366-4EE8-D201-A5664E55BE71}"/>
              </a:ext>
            </a:extLst>
          </p:cNvPr>
          <p:cNvSpPr txBox="1"/>
          <p:nvPr/>
        </p:nvSpPr>
        <p:spPr>
          <a:xfrm>
            <a:off x="10009091" y="2926870"/>
            <a:ext cx="1212265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noProof="0" dirty="0" err="1"/>
              <a:t>Sogndal</a:t>
            </a:r>
            <a:endParaRPr lang="en-GB" noProof="0" dirty="0"/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7ECA90B7-ECAE-65E3-64F5-231BA00754D7}"/>
              </a:ext>
            </a:extLst>
          </p:cNvPr>
          <p:cNvSpPr txBox="1"/>
          <p:nvPr/>
        </p:nvSpPr>
        <p:spPr>
          <a:xfrm>
            <a:off x="9050176" y="3838499"/>
            <a:ext cx="964720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noProof="0" dirty="0"/>
              <a:t>Bergen</a:t>
            </a:r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0B92496C-B7B3-2B1F-143D-A329A4C762B9}"/>
              </a:ext>
            </a:extLst>
          </p:cNvPr>
          <p:cNvSpPr txBox="1"/>
          <p:nvPr/>
        </p:nvSpPr>
        <p:spPr>
          <a:xfrm>
            <a:off x="9153224" y="4369003"/>
            <a:ext cx="964720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noProof="0" dirty="0"/>
              <a:t>Stord</a:t>
            </a: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97B737F3-3984-309C-AD97-6098403C250F}"/>
              </a:ext>
            </a:extLst>
          </p:cNvPr>
          <p:cNvSpPr txBox="1"/>
          <p:nvPr/>
        </p:nvSpPr>
        <p:spPr>
          <a:xfrm>
            <a:off x="9184943" y="4828677"/>
            <a:ext cx="1429746" cy="369332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noProof="0" dirty="0" err="1"/>
              <a:t>Haugesund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1566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>
            <a:extLst>
              <a:ext uri="{FF2B5EF4-FFF2-40B4-BE49-F238E27FC236}">
                <a16:creationId xmlns:a16="http://schemas.microsoft.com/office/drawing/2014/main" id="{C3CCF2A9-A02C-9EAF-1D44-E705D0FC948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47144" y="478614"/>
            <a:ext cx="4375081" cy="5847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Three faculties</a:t>
            </a: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A21EEF21-EF0A-B02D-ACC0-D2829E30FC0A}"/>
              </a:ext>
            </a:extLst>
          </p:cNvPr>
          <p:cNvSpPr txBox="1"/>
          <p:nvPr/>
        </p:nvSpPr>
        <p:spPr>
          <a:xfrm>
            <a:off x="257388" y="4952673"/>
            <a:ext cx="303490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noProof="0" dirty="0">
                <a:solidFill>
                  <a:srgbClr val="FFFFFF"/>
                </a:solidFill>
              </a:rPr>
              <a:t>Faculty of Health and Social Sciences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GB" sz="2400" noProof="0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FFFFFF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noProof="0" dirty="0">
              <a:solidFill>
                <a:srgbClr val="FFFFFF"/>
              </a:solidFill>
            </a:endParaRPr>
          </a:p>
          <a:p>
            <a:endParaRPr lang="en-GB" sz="2000" noProof="0" dirty="0">
              <a:solidFill>
                <a:srgbClr val="FFFFFF"/>
              </a:solidFill>
            </a:endParaRPr>
          </a:p>
          <a:p>
            <a:endParaRPr lang="en-GB" sz="2000" noProof="0" dirty="0">
              <a:solidFill>
                <a:srgbClr val="FFFFFF"/>
              </a:solidFill>
            </a:endParaRPr>
          </a:p>
          <a:p>
            <a:endParaRPr lang="en-GB" sz="2000" noProof="0" dirty="0">
              <a:solidFill>
                <a:srgbClr val="FFFFFF"/>
              </a:solidFill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F8FA7CC6-9676-C7F5-7917-CA4236FD792C}"/>
              </a:ext>
            </a:extLst>
          </p:cNvPr>
          <p:cNvSpPr txBox="1"/>
          <p:nvPr/>
        </p:nvSpPr>
        <p:spPr>
          <a:xfrm>
            <a:off x="9076267" y="4952673"/>
            <a:ext cx="31157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noProof="0" dirty="0">
                <a:solidFill>
                  <a:srgbClr val="FFFFFF"/>
                </a:solidFill>
              </a:rPr>
              <a:t>Faculty of Education, Arts and Sports</a:t>
            </a: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F28C3F60-ABE7-FFC0-0848-1529D2DBD558}"/>
              </a:ext>
            </a:extLst>
          </p:cNvPr>
          <p:cNvSpPr txBox="1"/>
          <p:nvPr/>
        </p:nvSpPr>
        <p:spPr>
          <a:xfrm>
            <a:off x="4043680" y="4680816"/>
            <a:ext cx="34547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GB" sz="1800" noProof="0" dirty="0">
              <a:solidFill>
                <a:srgbClr val="FFFFFF"/>
              </a:solidFill>
            </a:endParaRPr>
          </a:p>
          <a:p>
            <a:r>
              <a:rPr lang="en-GB" sz="2400" noProof="0" dirty="0">
                <a:solidFill>
                  <a:srgbClr val="FFFFFF"/>
                </a:solidFill>
              </a:rPr>
              <a:t>Faculty of Technology, Environmental and Social Sciences</a:t>
            </a:r>
          </a:p>
        </p:txBody>
      </p:sp>
      <p:pic>
        <p:nvPicPr>
          <p:cNvPr id="4" name="Bilete 3" descr="Eit bilete som inneheld klede, person, utandørs, småbarn&#10;&#10;KI-generert innhald kan vere feil.">
            <a:extLst>
              <a:ext uri="{FF2B5EF4-FFF2-40B4-BE49-F238E27FC236}">
                <a16:creationId xmlns:a16="http://schemas.microsoft.com/office/drawing/2014/main" id="{8F48E5B0-9D23-B7BC-AAAB-D61F6EA8A97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6546" y="1195446"/>
            <a:ext cx="3995454" cy="3605216"/>
          </a:xfrm>
          <a:prstGeom prst="rect">
            <a:avLst/>
          </a:prstGeom>
        </p:spPr>
      </p:pic>
      <p:pic>
        <p:nvPicPr>
          <p:cNvPr id="12" name="Bilete 11" descr="Eit bilete som inneheld ball, person, klede, vegg&#10;&#10;KI-generert innhald kan vere feil.">
            <a:extLst>
              <a:ext uri="{FF2B5EF4-FFF2-40B4-BE49-F238E27FC236}">
                <a16:creationId xmlns:a16="http://schemas.microsoft.com/office/drawing/2014/main" id="{F91766E8-E1DC-12B9-DED4-0E1070B9DA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1195446"/>
            <a:ext cx="3650827" cy="3605216"/>
          </a:xfrm>
          <a:prstGeom prst="rect">
            <a:avLst/>
          </a:prstGeom>
        </p:spPr>
      </p:pic>
      <p:pic>
        <p:nvPicPr>
          <p:cNvPr id="15" name="Bilete 14" descr="Eit bilete som inneheld person, innandørs, vegg, klede&#10;&#10;KI-generert innhald kan vere feil.">
            <a:extLst>
              <a:ext uri="{FF2B5EF4-FFF2-40B4-BE49-F238E27FC236}">
                <a16:creationId xmlns:a16="http://schemas.microsoft.com/office/drawing/2014/main" id="{D9FAFB4F-C66E-CBA8-6D34-24C0213093D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444429" y="1195446"/>
            <a:ext cx="4752117" cy="360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72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kstSylinder 36">
            <a:extLst>
              <a:ext uri="{FF2B5EF4-FFF2-40B4-BE49-F238E27FC236}">
                <a16:creationId xmlns:a16="http://schemas.microsoft.com/office/drawing/2014/main" id="{8A966BC8-EF18-49AB-8702-B7DF68B7F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276164" y="5533854"/>
            <a:ext cx="21291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noProof="0" dirty="0">
                <a:solidFill>
                  <a:schemeClr val="bg1"/>
                </a:solidFill>
              </a:rPr>
              <a:t>University of Western Norway</a:t>
            </a:r>
          </a:p>
        </p:txBody>
      </p:sp>
      <p:pic>
        <p:nvPicPr>
          <p:cNvPr id="4" name="Bilde 3">
            <a:extLst>
              <a:ext uri="{FF2B5EF4-FFF2-40B4-BE49-F238E27FC236}">
                <a16:creationId xmlns:a16="http://schemas.microsoft.com/office/drawing/2014/main" id="{C1D95CEB-E8B3-467F-8C7C-0EA67E93B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9000" contras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4852" y="1400410"/>
            <a:ext cx="2164268" cy="2523963"/>
          </a:xfrm>
          <a:prstGeom prst="rect">
            <a:avLst/>
          </a:prstGeom>
          <a:noFill/>
        </p:spPr>
      </p:pic>
      <p:pic>
        <p:nvPicPr>
          <p:cNvPr id="3" name="Bilde 2">
            <a:extLst>
              <a:ext uri="{FF2B5EF4-FFF2-40B4-BE49-F238E27FC236}">
                <a16:creationId xmlns:a16="http://schemas.microsoft.com/office/drawing/2014/main" id="{AF644E94-62C3-15A0-DC31-4E049068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1929142"/>
            <a:ext cx="2765758" cy="1224424"/>
          </a:xfrm>
          <a:prstGeom prst="rect">
            <a:avLst/>
          </a:prstGeom>
        </p:spPr>
      </p:pic>
      <p:sp>
        <p:nvSpPr>
          <p:cNvPr id="7" name="TekstSylinder 6">
            <a:extLst>
              <a:ext uri="{FF2B5EF4-FFF2-40B4-BE49-F238E27FC236}">
                <a16:creationId xmlns:a16="http://schemas.microsoft.com/office/drawing/2014/main" id="{93B0C235-5D3A-8D11-E9C8-35DC25F29060}"/>
              </a:ext>
            </a:extLst>
          </p:cNvPr>
          <p:cNvSpPr txBox="1"/>
          <p:nvPr/>
        </p:nvSpPr>
        <p:spPr>
          <a:xfrm>
            <a:off x="3488615" y="1675447"/>
            <a:ext cx="26073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noProof="0" dirty="0" err="1"/>
              <a:t>Høgskulen</a:t>
            </a:r>
            <a:r>
              <a:rPr lang="en-GB" sz="2000" noProof="0" dirty="0"/>
              <a:t> </a:t>
            </a:r>
            <a:r>
              <a:rPr lang="en-GB" sz="2000" noProof="0" dirty="0" err="1"/>
              <a:t>i</a:t>
            </a:r>
            <a:r>
              <a:rPr lang="en-GB" sz="2000" noProof="0" dirty="0"/>
              <a:t> Sogn </a:t>
            </a:r>
            <a:r>
              <a:rPr lang="en-GB" sz="2000" noProof="0" dirty="0" err="1"/>
              <a:t>og</a:t>
            </a:r>
            <a:r>
              <a:rPr lang="en-GB" sz="2000" noProof="0" dirty="0"/>
              <a:t> Fjordane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noProof="0" dirty="0" err="1"/>
              <a:t>Høgskolen</a:t>
            </a:r>
            <a:r>
              <a:rPr lang="en-GB" sz="2000" noProof="0" dirty="0"/>
              <a:t> Stord/</a:t>
            </a:r>
            <a:r>
              <a:rPr lang="en-GB" sz="2000" noProof="0" dirty="0" err="1"/>
              <a:t>Haugesund</a:t>
            </a:r>
            <a:endParaRPr lang="en-GB" sz="2000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noProof="0" dirty="0" err="1"/>
              <a:t>Høgskolen</a:t>
            </a:r>
            <a:r>
              <a:rPr lang="en-GB" sz="2000" noProof="0" dirty="0"/>
              <a:t> </a:t>
            </a:r>
            <a:r>
              <a:rPr lang="en-GB" sz="2000" noProof="0" dirty="0" err="1"/>
              <a:t>i</a:t>
            </a:r>
            <a:r>
              <a:rPr lang="en-GB" sz="2000" noProof="0" dirty="0"/>
              <a:t> Bergen </a:t>
            </a:r>
          </a:p>
        </p:txBody>
      </p:sp>
      <p:sp>
        <p:nvSpPr>
          <p:cNvPr id="30" name="TekstSylinder 29">
            <a:extLst>
              <a:ext uri="{FF2B5EF4-FFF2-40B4-BE49-F238E27FC236}">
                <a16:creationId xmlns:a16="http://schemas.microsoft.com/office/drawing/2014/main" id="{6F0705BA-88C6-4336-AE64-DA9D3A5CED01}"/>
              </a:ext>
            </a:extLst>
          </p:cNvPr>
          <p:cNvSpPr txBox="1"/>
          <p:nvPr/>
        </p:nvSpPr>
        <p:spPr>
          <a:xfrm>
            <a:off x="9184597" y="4616422"/>
            <a:ext cx="2754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sz="5400" noProof="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36" name="TekstSylinder 35">
            <a:extLst>
              <a:ext uri="{FF2B5EF4-FFF2-40B4-BE49-F238E27FC236}">
                <a16:creationId xmlns:a16="http://schemas.microsoft.com/office/drawing/2014/main" id="{F866EE05-B6BD-4313-8F53-01EE1AD48D56}"/>
              </a:ext>
            </a:extLst>
          </p:cNvPr>
          <p:cNvSpPr txBox="1"/>
          <p:nvPr/>
        </p:nvSpPr>
        <p:spPr>
          <a:xfrm>
            <a:off x="6553656" y="5525517"/>
            <a:ext cx="19438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noProof="0" dirty="0">
                <a:solidFill>
                  <a:schemeClr val="bg1"/>
                </a:solidFill>
              </a:rPr>
              <a:t>Merger</a:t>
            </a:r>
          </a:p>
        </p:txBody>
      </p:sp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809976" y="15011"/>
            <a:ext cx="10926000" cy="1350000"/>
          </a:xfrm>
        </p:spPr>
        <p:txBody>
          <a:bodyPr/>
          <a:lstStyle/>
          <a:p>
            <a:r>
              <a:rPr lang="en-GB" noProof="0" dirty="0"/>
              <a:t>From teacher training college to university</a:t>
            </a: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D426C30D-5495-419C-B30D-C29744F7CB5E}"/>
              </a:ext>
            </a:extLst>
          </p:cNvPr>
          <p:cNvSpPr txBox="1"/>
          <p:nvPr/>
        </p:nvSpPr>
        <p:spPr>
          <a:xfrm>
            <a:off x="6660619" y="4621607"/>
            <a:ext cx="1745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sz="5400" noProof="0" dirty="0">
                <a:solidFill>
                  <a:schemeClr val="bg1"/>
                </a:solidFill>
              </a:rPr>
              <a:t>2017</a:t>
            </a:r>
          </a:p>
        </p:txBody>
      </p:sp>
      <p:sp>
        <p:nvSpPr>
          <p:cNvPr id="35" name="TekstSylinder 34">
            <a:extLst>
              <a:ext uri="{FF2B5EF4-FFF2-40B4-BE49-F238E27FC236}">
                <a16:creationId xmlns:a16="http://schemas.microsoft.com/office/drawing/2014/main" id="{A76DA1EB-A2CB-41B3-BF1F-7B643F1E5EFF}"/>
              </a:ext>
            </a:extLst>
          </p:cNvPr>
          <p:cNvSpPr txBox="1"/>
          <p:nvPr/>
        </p:nvSpPr>
        <p:spPr>
          <a:xfrm>
            <a:off x="3574039" y="5533854"/>
            <a:ext cx="2338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noProof="0" dirty="0">
                <a:solidFill>
                  <a:schemeClr val="bg1"/>
                </a:solidFill>
              </a:rPr>
              <a:t>University college reforms</a:t>
            </a: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759539EB-7DBD-479C-8D28-ADE83113F874}"/>
              </a:ext>
            </a:extLst>
          </p:cNvPr>
          <p:cNvSpPr txBox="1"/>
          <p:nvPr/>
        </p:nvSpPr>
        <p:spPr>
          <a:xfrm>
            <a:off x="3671828" y="4621607"/>
            <a:ext cx="1745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sz="5400" noProof="0" dirty="0">
                <a:solidFill>
                  <a:schemeClr val="bg1"/>
                </a:solidFill>
              </a:rPr>
              <a:t>1994</a:t>
            </a: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9F6C7B58-6FD9-4DB1-9E7E-917276F33A64}"/>
              </a:ext>
            </a:extLst>
          </p:cNvPr>
          <p:cNvSpPr txBox="1"/>
          <p:nvPr/>
        </p:nvSpPr>
        <p:spPr>
          <a:xfrm>
            <a:off x="856637" y="5523915"/>
            <a:ext cx="19438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noProof="0" dirty="0" err="1">
                <a:solidFill>
                  <a:schemeClr val="bg1"/>
                </a:solidFill>
              </a:rPr>
              <a:t>Storøens</a:t>
            </a:r>
            <a:r>
              <a:rPr lang="en-GB" sz="2000" noProof="0" dirty="0">
                <a:solidFill>
                  <a:schemeClr val="bg1"/>
                </a:solidFill>
              </a:rPr>
              <a:t> </a:t>
            </a:r>
            <a:r>
              <a:rPr lang="en-GB" sz="2000" noProof="0" dirty="0" err="1">
                <a:solidFill>
                  <a:schemeClr val="bg1"/>
                </a:solidFill>
              </a:rPr>
              <a:t>Seminarium</a:t>
            </a:r>
            <a:r>
              <a:rPr lang="en-GB" sz="2000" noProof="0" dirty="0">
                <a:solidFill>
                  <a:schemeClr val="bg1"/>
                </a:solidFill>
              </a:rPr>
              <a:t> </a:t>
            </a:r>
          </a:p>
        </p:txBody>
      </p:sp>
      <p:sp>
        <p:nvSpPr>
          <p:cNvPr id="19" name="TekstSylinder 18">
            <a:extLst>
              <a:ext uri="{FF2B5EF4-FFF2-40B4-BE49-F238E27FC236}">
                <a16:creationId xmlns:a16="http://schemas.microsoft.com/office/drawing/2014/main" id="{855803C5-A522-4DA1-AC1A-2A4153F1614A}"/>
              </a:ext>
            </a:extLst>
          </p:cNvPr>
          <p:cNvSpPr txBox="1"/>
          <p:nvPr/>
        </p:nvSpPr>
        <p:spPr>
          <a:xfrm>
            <a:off x="924308" y="4629674"/>
            <a:ext cx="17453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GB" sz="5400" noProof="0" dirty="0">
                <a:solidFill>
                  <a:schemeClr val="bg1"/>
                </a:solidFill>
              </a:rPr>
              <a:t>1839</a:t>
            </a:r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B6E2D41F-9EB1-02D8-9C5E-5A43AA835DC9}"/>
              </a:ext>
            </a:extLst>
          </p:cNvPr>
          <p:cNvSpPr txBox="1"/>
          <p:nvPr/>
        </p:nvSpPr>
        <p:spPr>
          <a:xfrm>
            <a:off x="9614280" y="2383333"/>
            <a:ext cx="14528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noProof="0" dirty="0">
                <a:solidFill>
                  <a:srgbClr val="008AAF"/>
                </a:solidFill>
              </a:rPr>
              <a:t>Univest</a:t>
            </a:r>
          </a:p>
        </p:txBody>
      </p:sp>
    </p:spTree>
    <p:extLst>
      <p:ext uri="{BB962C8B-B14F-4D97-AF65-F5344CB8AC3E}">
        <p14:creationId xmlns:p14="http://schemas.microsoft.com/office/powerpoint/2010/main" val="304505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F595381-3DAD-ED88-F20B-0640CDA0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976" y="-2081"/>
            <a:ext cx="10926000" cy="1350000"/>
          </a:xfrm>
        </p:spPr>
        <p:txBody>
          <a:bodyPr anchor="ctr">
            <a:normAutofit/>
          </a:bodyPr>
          <a:lstStyle/>
          <a:p>
            <a:r>
              <a:rPr lang="en-GB" dirty="0"/>
              <a:t>Kronstad Campus in Bergen</a:t>
            </a:r>
          </a:p>
        </p:txBody>
      </p:sp>
      <p:sp>
        <p:nvSpPr>
          <p:cNvPr id="10" name="Plassholder for innhold 9">
            <a:extLst>
              <a:ext uri="{FF2B5EF4-FFF2-40B4-BE49-F238E27FC236}">
                <a16:creationId xmlns:a16="http://schemas.microsoft.com/office/drawing/2014/main" id="{C5AC2EC1-9329-8A16-5775-FE731EE3C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047" y="1352020"/>
            <a:ext cx="5256000" cy="5058000"/>
          </a:xfrm>
        </p:spPr>
        <p:txBody>
          <a:bodyPr>
            <a:normAutofit/>
          </a:bodyPr>
          <a:lstStyle/>
          <a:p>
            <a:r>
              <a:rPr lang="nb-NO" dirty="0" err="1"/>
              <a:t>Finished</a:t>
            </a:r>
            <a:r>
              <a:rPr lang="nb-NO" dirty="0"/>
              <a:t> in 2014</a:t>
            </a:r>
          </a:p>
          <a:p>
            <a:r>
              <a:rPr lang="nb-NO" dirty="0" err="1"/>
              <a:t>Buildings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site</a:t>
            </a:r>
            <a:r>
              <a:rPr lang="nb-NO" dirty="0"/>
              <a:t> used to be </a:t>
            </a:r>
            <a:r>
              <a:rPr lang="nb-NO" dirty="0" err="1"/>
              <a:t>linked</a:t>
            </a:r>
            <a:r>
              <a:rPr lang="nb-NO" dirty="0"/>
              <a:t> to </a:t>
            </a:r>
            <a:r>
              <a:rPr lang="nb-NO" dirty="0" err="1"/>
              <a:t>Bergen’s</a:t>
            </a:r>
            <a:r>
              <a:rPr lang="nb-NO" dirty="0"/>
              <a:t> </a:t>
            </a:r>
            <a:r>
              <a:rPr lang="nb-NO" dirty="0" err="1"/>
              <a:t>railway</a:t>
            </a:r>
            <a:r>
              <a:rPr lang="nb-NO" dirty="0"/>
              <a:t> </a:t>
            </a:r>
            <a:r>
              <a:rPr lang="nb-NO" dirty="0" err="1"/>
              <a:t>infrastructure</a:t>
            </a:r>
            <a:endParaRPr lang="nb-NO" dirty="0"/>
          </a:p>
          <a:p>
            <a:r>
              <a:rPr lang="nb-NO" dirty="0"/>
              <a:t>One </a:t>
            </a:r>
            <a:r>
              <a:rPr lang="nb-NO" dirty="0" err="1"/>
              <a:t>can</a:t>
            </a:r>
            <a:r>
              <a:rPr lang="nb-NO" dirty="0"/>
              <a:t> </a:t>
            </a:r>
            <a:r>
              <a:rPr lang="nb-NO" dirty="0" err="1"/>
              <a:t>see</a:t>
            </a:r>
            <a:r>
              <a:rPr lang="nb-NO" dirty="0"/>
              <a:t> </a:t>
            </a:r>
            <a:r>
              <a:rPr lang="nb-NO" dirty="0" err="1"/>
              <a:t>where</a:t>
            </a:r>
            <a:r>
              <a:rPr lang="nb-NO" dirty="0"/>
              <a:t> </a:t>
            </a:r>
            <a:r>
              <a:rPr lang="nb-NO" dirty="0" err="1"/>
              <a:t>there</a:t>
            </a:r>
            <a:r>
              <a:rPr lang="nb-NO" dirty="0"/>
              <a:t> used to be </a:t>
            </a:r>
            <a:r>
              <a:rPr lang="nb-NO" dirty="0" err="1"/>
              <a:t>railway</a:t>
            </a:r>
            <a:r>
              <a:rPr lang="nb-NO" dirty="0"/>
              <a:t> </a:t>
            </a:r>
            <a:r>
              <a:rPr lang="nb-NO" dirty="0" err="1"/>
              <a:t>tracks</a:t>
            </a:r>
            <a:r>
              <a:rPr lang="nb-NO" dirty="0"/>
              <a:t>, </a:t>
            </a:r>
            <a:r>
              <a:rPr lang="nb-NO" dirty="0" err="1"/>
              <a:t>inside</a:t>
            </a:r>
            <a:r>
              <a:rPr lang="nb-NO" dirty="0"/>
              <a:t> </a:t>
            </a:r>
            <a:r>
              <a:rPr lang="nb-NO" dirty="0" err="1"/>
              <a:t>the</a:t>
            </a:r>
            <a:r>
              <a:rPr lang="nb-NO" dirty="0"/>
              <a:t> </a:t>
            </a:r>
            <a:r>
              <a:rPr lang="nb-NO" dirty="0" err="1"/>
              <a:t>buiding</a:t>
            </a:r>
            <a:endParaRPr lang="nb-NO" dirty="0"/>
          </a:p>
        </p:txBody>
      </p:sp>
      <p:pic>
        <p:nvPicPr>
          <p:cNvPr id="12" name="Bilde 11">
            <a:extLst>
              <a:ext uri="{FF2B5EF4-FFF2-40B4-BE49-F238E27FC236}">
                <a16:creationId xmlns:a16="http://schemas.microsoft.com/office/drawing/2014/main" id="{E361002B-177D-E462-8452-64F96284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37" r="1" b="1"/>
          <a:stretch>
            <a:fillRect/>
          </a:stretch>
        </p:blipFill>
        <p:spPr>
          <a:xfrm>
            <a:off x="6479976" y="1347919"/>
            <a:ext cx="5256000" cy="5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B502623-787F-A071-B79A-FD431CA759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11950" y="6408000"/>
            <a:ext cx="10926137" cy="450000"/>
          </a:xfrm>
        </p:spPr>
        <p:txBody>
          <a:bodyPr/>
          <a:lstStyle/>
          <a:p>
            <a:endParaRPr lang="nn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7D7371EF-2A2C-422F-E17E-F6C9C625D8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738087" y="6406054"/>
            <a:ext cx="450000" cy="4500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0BEE4E4-E047-6A49-BCB9-4D06E7BA237B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7286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533516"/>
      </p:ext>
    </p:extLst>
  </p:cSld>
  <p:clrMapOvr>
    <a:masterClrMapping/>
  </p:clrMapOvr>
</p:sld>
</file>

<file path=ppt/theme/theme1.xml><?xml version="1.0" encoding="utf-8"?>
<a:theme xmlns:a="http://schemas.openxmlformats.org/drawingml/2006/main" name="HVL">
  <a:themeElements>
    <a:clrScheme name="HVL-tema">
      <a:dk1>
        <a:srgbClr val="004357"/>
      </a:dk1>
      <a:lt1>
        <a:srgbClr val="FFFFFF"/>
      </a:lt1>
      <a:dk2>
        <a:srgbClr val="004357"/>
      </a:dk2>
      <a:lt2>
        <a:srgbClr val="FFFFFF"/>
      </a:lt2>
      <a:accent1>
        <a:srgbClr val="1B7C83"/>
      </a:accent1>
      <a:accent2>
        <a:srgbClr val="00BAC7"/>
      </a:accent2>
      <a:accent3>
        <a:srgbClr val="98E0E4"/>
      </a:accent3>
      <a:accent4>
        <a:srgbClr val="E7C507"/>
      </a:accent4>
      <a:accent5>
        <a:srgbClr val="B65A20"/>
      </a:accent5>
      <a:accent6>
        <a:srgbClr val="6D2439"/>
      </a:accent6>
      <a:hlink>
        <a:srgbClr val="1C8087"/>
      </a:hlink>
      <a:folHlink>
        <a:srgbClr val="C85A7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VL_ppt_mal_oppdatert" id="{34A3C5B7-7DCF-A541-AE3D-AB30F07D0F84}" vid="{252C16CA-3E9D-B540-84BD-D5E99CBB698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e05614-1fd9-4c9d-8faa-3e7240fabfb5">
      <Terms xmlns="http://schemas.microsoft.com/office/infopath/2007/PartnerControls"/>
    </lcf76f155ced4ddcb4097134ff3c332f>
    <TaxCatchAll xmlns="c8a82dbf-16a6-4da7-b839-bacac19a71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F891294B2F37443A06A357A227DBDCA" ma:contentTypeVersion="13" ma:contentTypeDescription="Opprett et nytt dokument." ma:contentTypeScope="" ma:versionID="28984a8aa92f49b1a331447f0836772a">
  <xsd:schema xmlns:xsd="http://www.w3.org/2001/XMLSchema" xmlns:xs="http://www.w3.org/2001/XMLSchema" xmlns:p="http://schemas.microsoft.com/office/2006/metadata/properties" xmlns:ns2="68e05614-1fd9-4c9d-8faa-3e7240fabfb5" xmlns:ns3="c8a82dbf-16a6-4da7-b839-bacac19a71de" targetNamespace="http://schemas.microsoft.com/office/2006/metadata/properties" ma:root="true" ma:fieldsID="fc28114a7dd51bca437cbd90046fb8de" ns2:_="" ns3:_="">
    <xsd:import namespace="68e05614-1fd9-4c9d-8faa-3e7240fabfb5"/>
    <xsd:import namespace="c8a82dbf-16a6-4da7-b839-bacac19a71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e05614-1fd9-4c9d-8faa-3e7240fabf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emerkelapper" ma:readOnly="false" ma:fieldId="{5cf76f15-5ced-4ddc-b409-7134ff3c332f}" ma:taxonomyMulti="true" ma:sspId="d5ac12ea-e064-4df2-9638-65326f4f9e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82dbf-16a6-4da7-b839-bacac19a71de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8723ae42-f677-419f-a5c0-3bff0c0894c2}" ma:internalName="TaxCatchAll" ma:showField="CatchAllData" ma:web="c8a82dbf-16a6-4da7-b839-bacac19a71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01D4B5-1337-4E0B-991E-575CF1C4F3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789A7-CC38-4D85-8E57-05C60D3BBAC3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870c8f6d-aa3e-4c55-8678-e6f05f72e74a"/>
    <ds:schemaRef ds:uri="f5c3ef01-c1db-4dc5-9580-58fdd672648e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  <ds:schemaRef ds:uri="68e05614-1fd9-4c9d-8faa-3e7240fabfb5"/>
    <ds:schemaRef ds:uri="c8a82dbf-16a6-4da7-b839-bacac19a71de"/>
  </ds:schemaRefs>
</ds:datastoreItem>
</file>

<file path=customXml/itemProps3.xml><?xml version="1.0" encoding="utf-8"?>
<ds:datastoreItem xmlns:ds="http://schemas.openxmlformats.org/officeDocument/2006/customXml" ds:itemID="{43FD21F5-E4D6-4747-A49D-B8AED7BE95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e05614-1fd9-4c9d-8faa-3e7240fabfb5"/>
    <ds:schemaRef ds:uri="c8a82dbf-16a6-4da7-b839-bacac19a71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HVL_ppt_mal</Template>
  <TotalTime>0</TotalTime>
  <Words>534</Words>
  <Application>Microsoft Office PowerPoint</Application>
  <PresentationFormat>Widescreen</PresentationFormat>
  <Paragraphs>83</Paragraphs>
  <Slides>6</Slides>
  <Notes>3</Notes>
  <HiddenSlides>0</HiddenSlides>
  <MMClips>0</MMClips>
  <ScaleCrop>false</ScaleCrop>
  <HeadingPairs>
    <vt:vector size="6" baseType="variant">
      <vt:variant>
        <vt:lpstr>Brukte skrifter</vt:lpstr>
      </vt:variant>
      <vt:variant>
        <vt:i4>5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6</vt:i4>
      </vt:variant>
    </vt:vector>
  </HeadingPairs>
  <TitlesOfParts>
    <vt:vector size="12" baseType="lpstr">
      <vt:lpstr>.AppleSystemUIFont</vt:lpstr>
      <vt:lpstr>Arial</vt:lpstr>
      <vt:lpstr>Calibri</vt:lpstr>
      <vt:lpstr>Georgia</vt:lpstr>
      <vt:lpstr>Wingdings</vt:lpstr>
      <vt:lpstr>HVL</vt:lpstr>
      <vt:lpstr>Welcome to Western Norway University of Applied Sciences!</vt:lpstr>
      <vt:lpstr>PowerPoint-presentasjon</vt:lpstr>
      <vt:lpstr>Three faculties</vt:lpstr>
      <vt:lpstr>From teacher training college to university</vt:lpstr>
      <vt:lpstr>Kronstad Campus in Bergen</vt:lpstr>
      <vt:lpstr>PowerPoint-presentasjon</vt:lpstr>
    </vt:vector>
  </TitlesOfParts>
  <Company>Hogskolen i Bergen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creator>Kamilla Hedvig Halvorsen Myklebust</dc:creator>
  <cp:lastModifiedBy>Petter Haugereid</cp:lastModifiedBy>
  <cp:revision>13</cp:revision>
  <dcterms:created xsi:type="dcterms:W3CDTF">2016-11-30T08:20:17Z</dcterms:created>
  <dcterms:modified xsi:type="dcterms:W3CDTF">2026-07-24T13:15:24Z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0x010100BF891294B2F37443A06A357A227DBDCA</vt:lpwstr>
  </property>
  <property fmtid="{D5CDD505-2E9C-101B-9397-08002B2CF9AE}" pid="3" name="MediaServiceImageTags">
    <vt:lpwstr/>
  </property>
</Properties>
</file>